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2" r:id="rId2"/>
  </p:sldMasterIdLst>
  <p:sldIdLst>
    <p:sldId id="366" r:id="rId3"/>
    <p:sldId id="324" r:id="rId4"/>
    <p:sldId id="325" r:id="rId5"/>
    <p:sldId id="326" r:id="rId6"/>
    <p:sldId id="327" r:id="rId7"/>
    <p:sldId id="367" r:id="rId8"/>
    <p:sldId id="368" r:id="rId9"/>
    <p:sldId id="371" r:id="rId10"/>
    <p:sldId id="372" r:id="rId11"/>
    <p:sldId id="328" r:id="rId12"/>
    <p:sldId id="373" r:id="rId13"/>
    <p:sldId id="329" r:id="rId14"/>
    <p:sldId id="330" r:id="rId15"/>
    <p:sldId id="363" r:id="rId16"/>
    <p:sldId id="364" r:id="rId17"/>
    <p:sldId id="374" r:id="rId18"/>
    <p:sldId id="375" r:id="rId19"/>
    <p:sldId id="331" r:id="rId20"/>
    <p:sldId id="376" r:id="rId21"/>
    <p:sldId id="352" r:id="rId22"/>
    <p:sldId id="360" r:id="rId23"/>
    <p:sldId id="361" r:id="rId24"/>
    <p:sldId id="362" r:id="rId25"/>
    <p:sldId id="377" r:id="rId26"/>
    <p:sldId id="333" r:id="rId27"/>
    <p:sldId id="335" r:id="rId28"/>
    <p:sldId id="387" r:id="rId29"/>
    <p:sldId id="388" r:id="rId30"/>
    <p:sldId id="354" r:id="rId31"/>
    <p:sldId id="355" r:id="rId32"/>
    <p:sldId id="386" r:id="rId33"/>
    <p:sldId id="334" r:id="rId34"/>
    <p:sldId id="356" r:id="rId35"/>
    <p:sldId id="357" r:id="rId36"/>
    <p:sldId id="358" r:id="rId37"/>
    <p:sldId id="379" r:id="rId38"/>
    <p:sldId id="340" r:id="rId39"/>
    <p:sldId id="380" r:id="rId40"/>
    <p:sldId id="341" r:id="rId41"/>
    <p:sldId id="342" r:id="rId42"/>
    <p:sldId id="343" r:id="rId43"/>
    <p:sldId id="344" r:id="rId44"/>
    <p:sldId id="381" r:id="rId45"/>
    <p:sldId id="353" r:id="rId46"/>
    <p:sldId id="349" r:id="rId47"/>
    <p:sldId id="351" r:id="rId48"/>
    <p:sldId id="382" r:id="rId49"/>
    <p:sldId id="383" r:id="rId50"/>
    <p:sldId id="384" r:id="rId51"/>
    <p:sldId id="385" r:id="rId5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한양해서" pitchFamily="18" charset="-127"/>
        <a:ea typeface="한양해서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E1C48F"/>
    <a:srgbClr val="3399FF"/>
    <a:srgbClr val="FF3300"/>
    <a:srgbClr val="FFFF99"/>
    <a:srgbClr val="33CC33"/>
    <a:srgbClr val="0000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3" autoAdjust="0"/>
    <p:restoredTop sz="94660"/>
  </p:normalViewPr>
  <p:slideViewPr>
    <p:cSldViewPr>
      <p:cViewPr varScale="1">
        <p:scale>
          <a:sx n="113" d="100"/>
          <a:sy n="113" d="100"/>
        </p:scale>
        <p:origin x="885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8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-1" y="1335025"/>
            <a:ext cx="9147403" cy="4084204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31396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0693 h 3357044"/>
              <a:gd name="connsiteX1" fmla="*/ 2660904 w 9162288"/>
              <a:gd name="connsiteY1" fmla="*/ 93652 h 3357044"/>
              <a:gd name="connsiteX2" fmla="*/ 6995160 w 9162288"/>
              <a:gd name="connsiteY2" fmla="*/ 852604 h 3357044"/>
              <a:gd name="connsiteX3" fmla="*/ 9162288 w 9162288"/>
              <a:gd name="connsiteY3" fmla="*/ 379091 h 3357044"/>
              <a:gd name="connsiteX4" fmla="*/ 9153144 w 9162288"/>
              <a:gd name="connsiteY4" fmla="*/ 2910004 h 3357044"/>
              <a:gd name="connsiteX5" fmla="*/ 6995160 w 9162288"/>
              <a:gd name="connsiteY5" fmla="*/ 3294052 h 3357044"/>
              <a:gd name="connsiteX6" fmla="*/ 3279648 w 9162288"/>
              <a:gd name="connsiteY6" fmla="*/ 2532052 h 3357044"/>
              <a:gd name="connsiteX7" fmla="*/ 18288 w 9162288"/>
              <a:gd name="connsiteY7" fmla="*/ 3184324 h 3357044"/>
              <a:gd name="connsiteX8" fmla="*/ 0 w 9162288"/>
              <a:gd name="connsiteY8" fmla="*/ 290693 h 3357044"/>
              <a:gd name="connsiteX0" fmla="*/ 0 w 9162288"/>
              <a:gd name="connsiteY0" fmla="*/ 299777 h 3366128"/>
              <a:gd name="connsiteX1" fmla="*/ 2660904 w 9162288"/>
              <a:gd name="connsiteY1" fmla="*/ 102736 h 3366128"/>
              <a:gd name="connsiteX2" fmla="*/ 6595872 w 9162288"/>
              <a:gd name="connsiteY2" fmla="*/ 916196 h 3366128"/>
              <a:gd name="connsiteX3" fmla="*/ 9162288 w 9162288"/>
              <a:gd name="connsiteY3" fmla="*/ 388175 h 3366128"/>
              <a:gd name="connsiteX4" fmla="*/ 9153144 w 9162288"/>
              <a:gd name="connsiteY4" fmla="*/ 2919088 h 3366128"/>
              <a:gd name="connsiteX5" fmla="*/ 6995160 w 9162288"/>
              <a:gd name="connsiteY5" fmla="*/ 3303136 h 3366128"/>
              <a:gd name="connsiteX6" fmla="*/ 3279648 w 9162288"/>
              <a:gd name="connsiteY6" fmla="*/ 2541136 h 3366128"/>
              <a:gd name="connsiteX7" fmla="*/ 18288 w 9162288"/>
              <a:gd name="connsiteY7" fmla="*/ 3193408 h 3366128"/>
              <a:gd name="connsiteX8" fmla="*/ 0 w 9162288"/>
              <a:gd name="connsiteY8" fmla="*/ 299777 h 3366128"/>
              <a:gd name="connsiteX0" fmla="*/ 0 w 9162288"/>
              <a:gd name="connsiteY0" fmla="*/ 181676 h 3248027"/>
              <a:gd name="connsiteX1" fmla="*/ 2727960 w 9162288"/>
              <a:gd name="connsiteY1" fmla="*/ 102736 h 3248027"/>
              <a:gd name="connsiteX2" fmla="*/ 6595872 w 9162288"/>
              <a:gd name="connsiteY2" fmla="*/ 798095 h 3248027"/>
              <a:gd name="connsiteX3" fmla="*/ 9162288 w 9162288"/>
              <a:gd name="connsiteY3" fmla="*/ 270074 h 3248027"/>
              <a:gd name="connsiteX4" fmla="*/ 9153144 w 9162288"/>
              <a:gd name="connsiteY4" fmla="*/ 2800987 h 3248027"/>
              <a:gd name="connsiteX5" fmla="*/ 6995160 w 9162288"/>
              <a:gd name="connsiteY5" fmla="*/ 3185035 h 3248027"/>
              <a:gd name="connsiteX6" fmla="*/ 3279648 w 9162288"/>
              <a:gd name="connsiteY6" fmla="*/ 2423035 h 3248027"/>
              <a:gd name="connsiteX7" fmla="*/ 18288 w 9162288"/>
              <a:gd name="connsiteY7" fmla="*/ 3075307 h 3248027"/>
              <a:gd name="connsiteX8" fmla="*/ 0 w 9162288"/>
              <a:gd name="connsiteY8" fmla="*/ 181676 h 3248027"/>
              <a:gd name="connsiteX0" fmla="*/ 0 w 9162288"/>
              <a:gd name="connsiteY0" fmla="*/ 155448 h 3221799"/>
              <a:gd name="connsiteX1" fmla="*/ 2727960 w 9162288"/>
              <a:gd name="connsiteY1" fmla="*/ 76508 h 3221799"/>
              <a:gd name="connsiteX2" fmla="*/ 6595872 w 9162288"/>
              <a:gd name="connsiteY2" fmla="*/ 771867 h 3221799"/>
              <a:gd name="connsiteX3" fmla="*/ 9162288 w 9162288"/>
              <a:gd name="connsiteY3" fmla="*/ 243846 h 3221799"/>
              <a:gd name="connsiteX4" fmla="*/ 9153144 w 9162288"/>
              <a:gd name="connsiteY4" fmla="*/ 2774759 h 3221799"/>
              <a:gd name="connsiteX5" fmla="*/ 6995160 w 9162288"/>
              <a:gd name="connsiteY5" fmla="*/ 3158807 h 3221799"/>
              <a:gd name="connsiteX6" fmla="*/ 3279648 w 9162288"/>
              <a:gd name="connsiteY6" fmla="*/ 2396807 h 3221799"/>
              <a:gd name="connsiteX7" fmla="*/ 18288 w 9162288"/>
              <a:gd name="connsiteY7" fmla="*/ 3049079 h 3221799"/>
              <a:gd name="connsiteX8" fmla="*/ 0 w 9162288"/>
              <a:gd name="connsiteY8" fmla="*/ 155448 h 3221799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21380 h 3187731"/>
              <a:gd name="connsiteX1" fmla="*/ 2727960 w 9162288"/>
              <a:gd name="connsiteY1" fmla="*/ 42440 h 3187731"/>
              <a:gd name="connsiteX2" fmla="*/ 6595872 w 9162288"/>
              <a:gd name="connsiteY2" fmla="*/ 737799 h 3187731"/>
              <a:gd name="connsiteX3" fmla="*/ 9162288 w 9162288"/>
              <a:gd name="connsiteY3" fmla="*/ 209778 h 3187731"/>
              <a:gd name="connsiteX4" fmla="*/ 9153144 w 9162288"/>
              <a:gd name="connsiteY4" fmla="*/ 2740691 h 3187731"/>
              <a:gd name="connsiteX5" fmla="*/ 6995160 w 9162288"/>
              <a:gd name="connsiteY5" fmla="*/ 3124739 h 3187731"/>
              <a:gd name="connsiteX6" fmla="*/ 3279648 w 9162288"/>
              <a:gd name="connsiteY6" fmla="*/ 2362739 h 3187731"/>
              <a:gd name="connsiteX7" fmla="*/ 18288 w 9162288"/>
              <a:gd name="connsiteY7" fmla="*/ 3015011 h 3187731"/>
              <a:gd name="connsiteX8" fmla="*/ 0 w 9162288"/>
              <a:gd name="connsiteY8" fmla="*/ 121380 h 3187731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58964 h 3225315"/>
              <a:gd name="connsiteX1" fmla="*/ 2727960 w 9162288"/>
              <a:gd name="connsiteY1" fmla="*/ 80024 h 3225315"/>
              <a:gd name="connsiteX2" fmla="*/ 6595872 w 9162288"/>
              <a:gd name="connsiteY2" fmla="*/ 775383 h 3225315"/>
              <a:gd name="connsiteX3" fmla="*/ 9162288 w 9162288"/>
              <a:gd name="connsiteY3" fmla="*/ 247362 h 3225315"/>
              <a:gd name="connsiteX4" fmla="*/ 9153144 w 9162288"/>
              <a:gd name="connsiteY4" fmla="*/ 2778275 h 3225315"/>
              <a:gd name="connsiteX5" fmla="*/ 6995160 w 9162288"/>
              <a:gd name="connsiteY5" fmla="*/ 3162323 h 3225315"/>
              <a:gd name="connsiteX6" fmla="*/ 3279648 w 9162288"/>
              <a:gd name="connsiteY6" fmla="*/ 2400323 h 3225315"/>
              <a:gd name="connsiteX7" fmla="*/ 18288 w 9162288"/>
              <a:gd name="connsiteY7" fmla="*/ 3052595 h 3225315"/>
              <a:gd name="connsiteX8" fmla="*/ 0 w 9162288"/>
              <a:gd name="connsiteY8" fmla="*/ 158964 h 322531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207145"/>
              <a:gd name="connsiteX1" fmla="*/ 2828544 w 9162288"/>
              <a:gd name="connsiteY1" fmla="*/ 80024 h 3207145"/>
              <a:gd name="connsiteX2" fmla="*/ 6595872 w 9162288"/>
              <a:gd name="connsiteY2" fmla="*/ 757213 h 3207145"/>
              <a:gd name="connsiteX3" fmla="*/ 9162288 w 9162288"/>
              <a:gd name="connsiteY3" fmla="*/ 229192 h 3207145"/>
              <a:gd name="connsiteX4" fmla="*/ 9153144 w 9162288"/>
              <a:gd name="connsiteY4" fmla="*/ 2760105 h 3207145"/>
              <a:gd name="connsiteX5" fmla="*/ 6995160 w 9162288"/>
              <a:gd name="connsiteY5" fmla="*/ 3144153 h 3207145"/>
              <a:gd name="connsiteX6" fmla="*/ 3279648 w 9162288"/>
              <a:gd name="connsiteY6" fmla="*/ 2382153 h 3207145"/>
              <a:gd name="connsiteX7" fmla="*/ 18288 w 9162288"/>
              <a:gd name="connsiteY7" fmla="*/ 3034425 h 3207145"/>
              <a:gd name="connsiteX8" fmla="*/ 0 w 9162288"/>
              <a:gd name="connsiteY8" fmla="*/ 140794 h 3207145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3279648 w 9162288"/>
              <a:gd name="connsiteY6" fmla="*/ 2382153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40521"/>
              <a:gd name="connsiteX1" fmla="*/ 2828544 w 9162288"/>
              <a:gd name="connsiteY1" fmla="*/ 80024 h 3040521"/>
              <a:gd name="connsiteX2" fmla="*/ 6595872 w 9162288"/>
              <a:gd name="connsiteY2" fmla="*/ 757213 h 3040521"/>
              <a:gd name="connsiteX3" fmla="*/ 9162288 w 9162288"/>
              <a:gd name="connsiteY3" fmla="*/ 229192 h 3040521"/>
              <a:gd name="connsiteX4" fmla="*/ 9153144 w 9162288"/>
              <a:gd name="connsiteY4" fmla="*/ 2760105 h 3040521"/>
              <a:gd name="connsiteX5" fmla="*/ 6690360 w 9162288"/>
              <a:gd name="connsiteY5" fmla="*/ 2746696 h 3040521"/>
              <a:gd name="connsiteX6" fmla="*/ 2865120 w 9162288"/>
              <a:gd name="connsiteY6" fmla="*/ 2307204 h 3040521"/>
              <a:gd name="connsiteX7" fmla="*/ 18288 w 9162288"/>
              <a:gd name="connsiteY7" fmla="*/ 3034425 h 3040521"/>
              <a:gd name="connsiteX8" fmla="*/ 0 w 9162288"/>
              <a:gd name="connsiteY8" fmla="*/ 140794 h 3040521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34425"/>
              <a:gd name="connsiteX1" fmla="*/ 2828544 w 9162288"/>
              <a:gd name="connsiteY1" fmla="*/ 80024 h 3034425"/>
              <a:gd name="connsiteX2" fmla="*/ 6595872 w 9162288"/>
              <a:gd name="connsiteY2" fmla="*/ 757213 h 3034425"/>
              <a:gd name="connsiteX3" fmla="*/ 9162288 w 9162288"/>
              <a:gd name="connsiteY3" fmla="*/ 229192 h 3034425"/>
              <a:gd name="connsiteX4" fmla="*/ 9153144 w 9162288"/>
              <a:gd name="connsiteY4" fmla="*/ 2760105 h 3034425"/>
              <a:gd name="connsiteX5" fmla="*/ 6690360 w 9162288"/>
              <a:gd name="connsiteY5" fmla="*/ 2746696 h 3034425"/>
              <a:gd name="connsiteX6" fmla="*/ 2865120 w 9162288"/>
              <a:gd name="connsiteY6" fmla="*/ 2307204 h 3034425"/>
              <a:gd name="connsiteX7" fmla="*/ 18288 w 9162288"/>
              <a:gd name="connsiteY7" fmla="*/ 3034425 h 3034425"/>
              <a:gd name="connsiteX8" fmla="*/ 0 w 9162288"/>
              <a:gd name="connsiteY8" fmla="*/ 140794 h 3034425"/>
              <a:gd name="connsiteX0" fmla="*/ 0 w 9162288"/>
              <a:gd name="connsiteY0" fmla="*/ 140794 h 3043297"/>
              <a:gd name="connsiteX1" fmla="*/ 2828544 w 9162288"/>
              <a:gd name="connsiteY1" fmla="*/ 80024 h 3043297"/>
              <a:gd name="connsiteX2" fmla="*/ 6595872 w 9162288"/>
              <a:gd name="connsiteY2" fmla="*/ 757213 h 3043297"/>
              <a:gd name="connsiteX3" fmla="*/ 9162288 w 9162288"/>
              <a:gd name="connsiteY3" fmla="*/ 229192 h 3043297"/>
              <a:gd name="connsiteX4" fmla="*/ 9153144 w 9162288"/>
              <a:gd name="connsiteY4" fmla="*/ 2760105 h 3043297"/>
              <a:gd name="connsiteX5" fmla="*/ 6690360 w 9162288"/>
              <a:gd name="connsiteY5" fmla="*/ 2746696 h 3043297"/>
              <a:gd name="connsiteX6" fmla="*/ 2865120 w 9162288"/>
              <a:gd name="connsiteY6" fmla="*/ 2307204 h 3043297"/>
              <a:gd name="connsiteX7" fmla="*/ 1619 w 9162288"/>
              <a:gd name="connsiteY7" fmla="*/ 3043297 h 3043297"/>
              <a:gd name="connsiteX8" fmla="*/ 0 w 9162288"/>
              <a:gd name="connsiteY8" fmla="*/ 140794 h 3043297"/>
              <a:gd name="connsiteX0" fmla="*/ 0 w 9153144"/>
              <a:gd name="connsiteY0" fmla="*/ 140794 h 3043297"/>
              <a:gd name="connsiteX1" fmla="*/ 2828544 w 9153144"/>
              <a:gd name="connsiteY1" fmla="*/ 80024 h 3043297"/>
              <a:gd name="connsiteX2" fmla="*/ 6595872 w 9153144"/>
              <a:gd name="connsiteY2" fmla="*/ 757213 h 3043297"/>
              <a:gd name="connsiteX3" fmla="*/ 9144533 w 9153144"/>
              <a:gd name="connsiteY3" fmla="*/ 230295 h 3043297"/>
              <a:gd name="connsiteX4" fmla="*/ 9153144 w 9153144"/>
              <a:gd name="connsiteY4" fmla="*/ 2760105 h 3043297"/>
              <a:gd name="connsiteX5" fmla="*/ 6690360 w 9153144"/>
              <a:gd name="connsiteY5" fmla="*/ 2746696 h 3043297"/>
              <a:gd name="connsiteX6" fmla="*/ 2865120 w 9153144"/>
              <a:gd name="connsiteY6" fmla="*/ 2307204 h 3043297"/>
              <a:gd name="connsiteX7" fmla="*/ 1619 w 9153144"/>
              <a:gd name="connsiteY7" fmla="*/ 3043297 h 3043297"/>
              <a:gd name="connsiteX8" fmla="*/ 0 w 9153144"/>
              <a:gd name="connsiteY8" fmla="*/ 140794 h 3043297"/>
              <a:gd name="connsiteX0" fmla="*/ 0 w 9147403"/>
              <a:gd name="connsiteY0" fmla="*/ 140794 h 3043297"/>
              <a:gd name="connsiteX1" fmla="*/ 2828544 w 9147403"/>
              <a:gd name="connsiteY1" fmla="*/ 80024 h 3043297"/>
              <a:gd name="connsiteX2" fmla="*/ 6595872 w 9147403"/>
              <a:gd name="connsiteY2" fmla="*/ 757213 h 3043297"/>
              <a:gd name="connsiteX3" fmla="*/ 9144533 w 9147403"/>
              <a:gd name="connsiteY3" fmla="*/ 230295 h 3043297"/>
              <a:gd name="connsiteX4" fmla="*/ 9141307 w 9147403"/>
              <a:gd name="connsiteY4" fmla="*/ 2761208 h 3043297"/>
              <a:gd name="connsiteX5" fmla="*/ 6690360 w 9147403"/>
              <a:gd name="connsiteY5" fmla="*/ 2746696 h 3043297"/>
              <a:gd name="connsiteX6" fmla="*/ 2865120 w 9147403"/>
              <a:gd name="connsiteY6" fmla="*/ 2307204 h 3043297"/>
              <a:gd name="connsiteX7" fmla="*/ 1619 w 9147403"/>
              <a:gd name="connsiteY7" fmla="*/ 3043297 h 3043297"/>
              <a:gd name="connsiteX8" fmla="*/ 0 w 9147403"/>
              <a:gd name="connsiteY8" fmla="*/ 140794 h 3043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7403" h="3043297">
                <a:moveTo>
                  <a:pt x="0" y="140794"/>
                </a:moveTo>
                <a:cubicBezTo>
                  <a:pt x="784860" y="19414"/>
                  <a:pt x="1778000" y="0"/>
                  <a:pt x="2828544" y="80024"/>
                </a:cubicBezTo>
                <a:cubicBezTo>
                  <a:pt x="3879088" y="160048"/>
                  <a:pt x="5543207" y="732168"/>
                  <a:pt x="6595872" y="757213"/>
                </a:cubicBezTo>
                <a:cubicBezTo>
                  <a:pt x="7648537" y="782258"/>
                  <a:pt x="8376437" y="535486"/>
                  <a:pt x="9144533" y="230295"/>
                </a:cubicBezTo>
                <a:cubicBezTo>
                  <a:pt x="9147403" y="1073565"/>
                  <a:pt x="9138437" y="1917938"/>
                  <a:pt x="9141307" y="2761208"/>
                </a:cubicBezTo>
                <a:cubicBezTo>
                  <a:pt x="8237575" y="2914438"/>
                  <a:pt x="7736391" y="2822363"/>
                  <a:pt x="6690360" y="2746696"/>
                </a:cubicBezTo>
                <a:cubicBezTo>
                  <a:pt x="5644329" y="2671029"/>
                  <a:pt x="3979910" y="2257771"/>
                  <a:pt x="2865120" y="2307204"/>
                </a:cubicBezTo>
                <a:cubicBezTo>
                  <a:pt x="1750330" y="2356637"/>
                  <a:pt x="734663" y="2709091"/>
                  <a:pt x="1619" y="3043297"/>
                </a:cubicBezTo>
                <a:cubicBezTo>
                  <a:pt x="1079" y="2075796"/>
                  <a:pt x="540" y="1108295"/>
                  <a:pt x="0" y="140794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 bwMode="invGray">
          <a:xfrm>
            <a:off x="-382" y="1728216"/>
            <a:ext cx="9144647" cy="3309112"/>
          </a:xfrm>
          <a:custGeom>
            <a:avLst/>
            <a:gdLst>
              <a:gd name="connsiteX0" fmla="*/ 0 w 9153144"/>
              <a:gd name="connsiteY0" fmla="*/ 265176 h 3200400"/>
              <a:gd name="connsiteX1" fmla="*/ 2651760 w 9153144"/>
              <a:gd name="connsiteY1" fmla="*/ 0 h 3200400"/>
              <a:gd name="connsiteX2" fmla="*/ 6986016 w 9153144"/>
              <a:gd name="connsiteY2" fmla="*/ 758952 h 3200400"/>
              <a:gd name="connsiteX3" fmla="*/ 9153144 w 9153144"/>
              <a:gd name="connsiteY3" fmla="*/ 237744 h 3200400"/>
              <a:gd name="connsiteX4" fmla="*/ 9144000 w 9153144"/>
              <a:gd name="connsiteY4" fmla="*/ 2816352 h 3200400"/>
              <a:gd name="connsiteX5" fmla="*/ 6986016 w 9153144"/>
              <a:gd name="connsiteY5" fmla="*/ 3200400 h 3200400"/>
              <a:gd name="connsiteX6" fmla="*/ 3081528 w 9153144"/>
              <a:gd name="connsiteY6" fmla="*/ 2441448 h 3200400"/>
              <a:gd name="connsiteX7" fmla="*/ 9144 w 9153144"/>
              <a:gd name="connsiteY7" fmla="*/ 3090672 h 3200400"/>
              <a:gd name="connsiteX8" fmla="*/ 0 w 9153144"/>
              <a:gd name="connsiteY8" fmla="*/ 265176 h 3200400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450336"/>
              <a:gd name="connsiteX1" fmla="*/ 2651760 w 9153144"/>
              <a:gd name="connsiteY1" fmla="*/ 249936 h 3450336"/>
              <a:gd name="connsiteX2" fmla="*/ 6986016 w 9153144"/>
              <a:gd name="connsiteY2" fmla="*/ 1008888 h 3450336"/>
              <a:gd name="connsiteX3" fmla="*/ 9153144 w 9153144"/>
              <a:gd name="connsiteY3" fmla="*/ 487680 h 3450336"/>
              <a:gd name="connsiteX4" fmla="*/ 9144000 w 9153144"/>
              <a:gd name="connsiteY4" fmla="*/ 3066288 h 3450336"/>
              <a:gd name="connsiteX5" fmla="*/ 6986016 w 9153144"/>
              <a:gd name="connsiteY5" fmla="*/ 3450336 h 3450336"/>
              <a:gd name="connsiteX6" fmla="*/ 3081528 w 9153144"/>
              <a:gd name="connsiteY6" fmla="*/ 2691384 h 3450336"/>
              <a:gd name="connsiteX7" fmla="*/ 9144 w 9153144"/>
              <a:gd name="connsiteY7" fmla="*/ 3340608 h 3450336"/>
              <a:gd name="connsiteX8" fmla="*/ 0 w 9153144"/>
              <a:gd name="connsiteY8" fmla="*/ 515112 h 3450336"/>
              <a:gd name="connsiteX0" fmla="*/ 0 w 9153144"/>
              <a:gd name="connsiteY0" fmla="*/ 515112 h 3560064"/>
              <a:gd name="connsiteX1" fmla="*/ 2651760 w 9153144"/>
              <a:gd name="connsiteY1" fmla="*/ 249936 h 3560064"/>
              <a:gd name="connsiteX2" fmla="*/ 6986016 w 9153144"/>
              <a:gd name="connsiteY2" fmla="*/ 1008888 h 3560064"/>
              <a:gd name="connsiteX3" fmla="*/ 9153144 w 9153144"/>
              <a:gd name="connsiteY3" fmla="*/ 487680 h 3560064"/>
              <a:gd name="connsiteX4" fmla="*/ 9144000 w 9153144"/>
              <a:gd name="connsiteY4" fmla="*/ 3066288 h 3560064"/>
              <a:gd name="connsiteX5" fmla="*/ 6986016 w 9153144"/>
              <a:gd name="connsiteY5" fmla="*/ 3450336 h 3560064"/>
              <a:gd name="connsiteX6" fmla="*/ 3081528 w 9153144"/>
              <a:gd name="connsiteY6" fmla="*/ 2691384 h 3560064"/>
              <a:gd name="connsiteX7" fmla="*/ 9144 w 9153144"/>
              <a:gd name="connsiteY7" fmla="*/ 3340608 h 3560064"/>
              <a:gd name="connsiteX8" fmla="*/ 0 w 9153144"/>
              <a:gd name="connsiteY8" fmla="*/ 515112 h 3560064"/>
              <a:gd name="connsiteX0" fmla="*/ 0 w 9153144"/>
              <a:gd name="connsiteY0" fmla="*/ 515112 h 3703320"/>
              <a:gd name="connsiteX1" fmla="*/ 2651760 w 9153144"/>
              <a:gd name="connsiteY1" fmla="*/ 249936 h 3703320"/>
              <a:gd name="connsiteX2" fmla="*/ 6986016 w 9153144"/>
              <a:gd name="connsiteY2" fmla="*/ 1008888 h 3703320"/>
              <a:gd name="connsiteX3" fmla="*/ 9153144 w 9153144"/>
              <a:gd name="connsiteY3" fmla="*/ 487680 h 3703320"/>
              <a:gd name="connsiteX4" fmla="*/ 9144000 w 9153144"/>
              <a:gd name="connsiteY4" fmla="*/ 3066288 h 3703320"/>
              <a:gd name="connsiteX5" fmla="*/ 6986016 w 9153144"/>
              <a:gd name="connsiteY5" fmla="*/ 3450336 h 3703320"/>
              <a:gd name="connsiteX6" fmla="*/ 3081528 w 9153144"/>
              <a:gd name="connsiteY6" fmla="*/ 2691384 h 3703320"/>
              <a:gd name="connsiteX7" fmla="*/ 9144 w 9153144"/>
              <a:gd name="connsiteY7" fmla="*/ 3340608 h 3703320"/>
              <a:gd name="connsiteX8" fmla="*/ 0 w 9153144"/>
              <a:gd name="connsiteY8" fmla="*/ 515112 h 3703320"/>
              <a:gd name="connsiteX0" fmla="*/ 0 w 9153144"/>
              <a:gd name="connsiteY0" fmla="*/ 370332 h 3558540"/>
              <a:gd name="connsiteX1" fmla="*/ 2651760 w 9153144"/>
              <a:gd name="connsiteY1" fmla="*/ 105156 h 3558540"/>
              <a:gd name="connsiteX2" fmla="*/ 6986016 w 9153144"/>
              <a:gd name="connsiteY2" fmla="*/ 864108 h 3558540"/>
              <a:gd name="connsiteX3" fmla="*/ 9153144 w 9153144"/>
              <a:gd name="connsiteY3" fmla="*/ 342900 h 3558540"/>
              <a:gd name="connsiteX4" fmla="*/ 9144000 w 9153144"/>
              <a:gd name="connsiteY4" fmla="*/ 2921508 h 3558540"/>
              <a:gd name="connsiteX5" fmla="*/ 6986016 w 9153144"/>
              <a:gd name="connsiteY5" fmla="*/ 3305556 h 3558540"/>
              <a:gd name="connsiteX6" fmla="*/ 3081528 w 9153144"/>
              <a:gd name="connsiteY6" fmla="*/ 2546604 h 3558540"/>
              <a:gd name="connsiteX7" fmla="*/ 9144 w 9153144"/>
              <a:gd name="connsiteY7" fmla="*/ 3195828 h 3558540"/>
              <a:gd name="connsiteX8" fmla="*/ 0 w 9153144"/>
              <a:gd name="connsiteY8" fmla="*/ 370332 h 3558540"/>
              <a:gd name="connsiteX0" fmla="*/ 0 w 9153144"/>
              <a:gd name="connsiteY0" fmla="*/ 347472 h 3535680"/>
              <a:gd name="connsiteX1" fmla="*/ 2651760 w 9153144"/>
              <a:gd name="connsiteY1" fmla="*/ 82296 h 3535680"/>
              <a:gd name="connsiteX2" fmla="*/ 6986016 w 9153144"/>
              <a:gd name="connsiteY2" fmla="*/ 841248 h 3535680"/>
              <a:gd name="connsiteX3" fmla="*/ 9153144 w 9153144"/>
              <a:gd name="connsiteY3" fmla="*/ 320040 h 3535680"/>
              <a:gd name="connsiteX4" fmla="*/ 9144000 w 9153144"/>
              <a:gd name="connsiteY4" fmla="*/ 2898648 h 3535680"/>
              <a:gd name="connsiteX5" fmla="*/ 6986016 w 9153144"/>
              <a:gd name="connsiteY5" fmla="*/ 3282696 h 3535680"/>
              <a:gd name="connsiteX6" fmla="*/ 3081528 w 9153144"/>
              <a:gd name="connsiteY6" fmla="*/ 2523744 h 3535680"/>
              <a:gd name="connsiteX7" fmla="*/ 9144 w 9153144"/>
              <a:gd name="connsiteY7" fmla="*/ 3172968 h 3535680"/>
              <a:gd name="connsiteX8" fmla="*/ 0 w 9153144"/>
              <a:gd name="connsiteY8" fmla="*/ 347472 h 3535680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499104"/>
              <a:gd name="connsiteX1" fmla="*/ 2651760 w 9153144"/>
              <a:gd name="connsiteY1" fmla="*/ 45720 h 3499104"/>
              <a:gd name="connsiteX2" fmla="*/ 6986016 w 9153144"/>
              <a:gd name="connsiteY2" fmla="*/ 804672 h 3499104"/>
              <a:gd name="connsiteX3" fmla="*/ 9153144 w 9153144"/>
              <a:gd name="connsiteY3" fmla="*/ 283464 h 3499104"/>
              <a:gd name="connsiteX4" fmla="*/ 9144000 w 9153144"/>
              <a:gd name="connsiteY4" fmla="*/ 2862072 h 3499104"/>
              <a:gd name="connsiteX5" fmla="*/ 6986016 w 9153144"/>
              <a:gd name="connsiteY5" fmla="*/ 3246120 h 3499104"/>
              <a:gd name="connsiteX6" fmla="*/ 3081528 w 9153144"/>
              <a:gd name="connsiteY6" fmla="*/ 2487168 h 3499104"/>
              <a:gd name="connsiteX7" fmla="*/ 9144 w 9153144"/>
              <a:gd name="connsiteY7" fmla="*/ 3136392 h 3499104"/>
              <a:gd name="connsiteX8" fmla="*/ 0 w 9153144"/>
              <a:gd name="connsiteY8" fmla="*/ 310896 h 34991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8604"/>
              <a:gd name="connsiteX1" fmla="*/ 2651760 w 9153144"/>
              <a:gd name="connsiteY1" fmla="*/ 45720 h 3308604"/>
              <a:gd name="connsiteX2" fmla="*/ 6986016 w 9153144"/>
              <a:gd name="connsiteY2" fmla="*/ 804672 h 3308604"/>
              <a:gd name="connsiteX3" fmla="*/ 9153144 w 9153144"/>
              <a:gd name="connsiteY3" fmla="*/ 283464 h 3308604"/>
              <a:gd name="connsiteX4" fmla="*/ 9144000 w 9153144"/>
              <a:gd name="connsiteY4" fmla="*/ 2862072 h 3308604"/>
              <a:gd name="connsiteX5" fmla="*/ 6986016 w 9153144"/>
              <a:gd name="connsiteY5" fmla="*/ 3246120 h 3308604"/>
              <a:gd name="connsiteX6" fmla="*/ 3081528 w 9153144"/>
              <a:gd name="connsiteY6" fmla="*/ 2487168 h 3308604"/>
              <a:gd name="connsiteX7" fmla="*/ 9144 w 9153144"/>
              <a:gd name="connsiteY7" fmla="*/ 3136392 h 3308604"/>
              <a:gd name="connsiteX8" fmla="*/ 0 w 9153144"/>
              <a:gd name="connsiteY8" fmla="*/ 310896 h 3308604"/>
              <a:gd name="connsiteX0" fmla="*/ 0 w 9153144"/>
              <a:gd name="connsiteY0" fmla="*/ 310896 h 3306064"/>
              <a:gd name="connsiteX1" fmla="*/ 2651760 w 9153144"/>
              <a:gd name="connsiteY1" fmla="*/ 45720 h 3306064"/>
              <a:gd name="connsiteX2" fmla="*/ 6986016 w 9153144"/>
              <a:gd name="connsiteY2" fmla="*/ 804672 h 3306064"/>
              <a:gd name="connsiteX3" fmla="*/ 9153144 w 9153144"/>
              <a:gd name="connsiteY3" fmla="*/ 283464 h 3306064"/>
              <a:gd name="connsiteX4" fmla="*/ 9144000 w 9153144"/>
              <a:gd name="connsiteY4" fmla="*/ 2862072 h 3306064"/>
              <a:gd name="connsiteX5" fmla="*/ 6986016 w 9153144"/>
              <a:gd name="connsiteY5" fmla="*/ 3246120 h 3306064"/>
              <a:gd name="connsiteX6" fmla="*/ 3169920 w 9153144"/>
              <a:gd name="connsiteY6" fmla="*/ 2502408 h 3306064"/>
              <a:gd name="connsiteX7" fmla="*/ 9144 w 9153144"/>
              <a:gd name="connsiteY7" fmla="*/ 3136392 h 3306064"/>
              <a:gd name="connsiteX8" fmla="*/ 0 w 9153144"/>
              <a:gd name="connsiteY8" fmla="*/ 310896 h 3306064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0 w 9153144"/>
              <a:gd name="connsiteY0" fmla="*/ 310896 h 3309112"/>
              <a:gd name="connsiteX1" fmla="*/ 2651760 w 9153144"/>
              <a:gd name="connsiteY1" fmla="*/ 45720 h 3309112"/>
              <a:gd name="connsiteX2" fmla="*/ 6986016 w 9153144"/>
              <a:gd name="connsiteY2" fmla="*/ 804672 h 3309112"/>
              <a:gd name="connsiteX3" fmla="*/ 9153144 w 9153144"/>
              <a:gd name="connsiteY3" fmla="*/ 283464 h 3309112"/>
              <a:gd name="connsiteX4" fmla="*/ 9144000 w 9153144"/>
              <a:gd name="connsiteY4" fmla="*/ 2862072 h 3309112"/>
              <a:gd name="connsiteX5" fmla="*/ 6986016 w 9153144"/>
              <a:gd name="connsiteY5" fmla="*/ 3246120 h 3309112"/>
              <a:gd name="connsiteX6" fmla="*/ 3270504 w 9153144"/>
              <a:gd name="connsiteY6" fmla="*/ 2484120 h 3309112"/>
              <a:gd name="connsiteX7" fmla="*/ 9144 w 9153144"/>
              <a:gd name="connsiteY7" fmla="*/ 3136392 h 3309112"/>
              <a:gd name="connsiteX8" fmla="*/ 0 w 9153144"/>
              <a:gd name="connsiteY8" fmla="*/ 310896 h 3309112"/>
              <a:gd name="connsiteX0" fmla="*/ 381 w 9153525"/>
              <a:gd name="connsiteY0" fmla="*/ 310896 h 3309112"/>
              <a:gd name="connsiteX1" fmla="*/ 2652141 w 9153525"/>
              <a:gd name="connsiteY1" fmla="*/ 45720 h 3309112"/>
              <a:gd name="connsiteX2" fmla="*/ 6986397 w 9153525"/>
              <a:gd name="connsiteY2" fmla="*/ 804672 h 3309112"/>
              <a:gd name="connsiteX3" fmla="*/ 9153525 w 9153525"/>
              <a:gd name="connsiteY3" fmla="*/ 283464 h 3309112"/>
              <a:gd name="connsiteX4" fmla="*/ 9144381 w 9153525"/>
              <a:gd name="connsiteY4" fmla="*/ 2862072 h 3309112"/>
              <a:gd name="connsiteX5" fmla="*/ 6986397 w 9153525"/>
              <a:gd name="connsiteY5" fmla="*/ 3246120 h 3309112"/>
              <a:gd name="connsiteX6" fmla="*/ 3270885 w 9153525"/>
              <a:gd name="connsiteY6" fmla="*/ 2484120 h 3309112"/>
              <a:gd name="connsiteX7" fmla="*/ 0 w 9153525"/>
              <a:gd name="connsiteY7" fmla="*/ 3143536 h 3309112"/>
              <a:gd name="connsiteX8" fmla="*/ 381 w 9153525"/>
              <a:gd name="connsiteY8" fmla="*/ 310896 h 3309112"/>
              <a:gd name="connsiteX0" fmla="*/ 381 w 9144647"/>
              <a:gd name="connsiteY0" fmla="*/ 310896 h 3309112"/>
              <a:gd name="connsiteX1" fmla="*/ 2652141 w 9144647"/>
              <a:gd name="connsiteY1" fmla="*/ 45720 h 3309112"/>
              <a:gd name="connsiteX2" fmla="*/ 6986397 w 9144647"/>
              <a:gd name="connsiteY2" fmla="*/ 804672 h 3309112"/>
              <a:gd name="connsiteX3" fmla="*/ 9144647 w 9144647"/>
              <a:gd name="connsiteY3" fmla="*/ 290862 h 3309112"/>
              <a:gd name="connsiteX4" fmla="*/ 9144381 w 9144647"/>
              <a:gd name="connsiteY4" fmla="*/ 2862072 h 3309112"/>
              <a:gd name="connsiteX5" fmla="*/ 6986397 w 9144647"/>
              <a:gd name="connsiteY5" fmla="*/ 3246120 h 3309112"/>
              <a:gd name="connsiteX6" fmla="*/ 3270885 w 9144647"/>
              <a:gd name="connsiteY6" fmla="*/ 2484120 h 3309112"/>
              <a:gd name="connsiteX7" fmla="*/ 0 w 9144647"/>
              <a:gd name="connsiteY7" fmla="*/ 3143536 h 3309112"/>
              <a:gd name="connsiteX8" fmla="*/ 381 w 9144647"/>
              <a:gd name="connsiteY8" fmla="*/ 310896 h 330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647" h="3309112">
                <a:moveTo>
                  <a:pt x="381" y="310896"/>
                </a:moveTo>
                <a:cubicBezTo>
                  <a:pt x="779145" y="155448"/>
                  <a:pt x="1484757" y="0"/>
                  <a:pt x="2652141" y="45720"/>
                </a:cubicBezTo>
                <a:cubicBezTo>
                  <a:pt x="3819525" y="91440"/>
                  <a:pt x="5904313" y="763815"/>
                  <a:pt x="6986397" y="804672"/>
                </a:cubicBezTo>
                <a:cubicBezTo>
                  <a:pt x="8068481" y="845529"/>
                  <a:pt x="8437511" y="566706"/>
                  <a:pt x="9144647" y="290862"/>
                </a:cubicBezTo>
                <a:cubicBezTo>
                  <a:pt x="9144558" y="1147932"/>
                  <a:pt x="9144470" y="2005002"/>
                  <a:pt x="9144381" y="2862072"/>
                </a:cubicBezTo>
                <a:cubicBezTo>
                  <a:pt x="8450961" y="3142488"/>
                  <a:pt x="7965313" y="3309112"/>
                  <a:pt x="6986397" y="3246120"/>
                </a:cubicBezTo>
                <a:cubicBezTo>
                  <a:pt x="6007481" y="3183128"/>
                  <a:pt x="4435284" y="2501217"/>
                  <a:pt x="3270885" y="2484120"/>
                </a:cubicBezTo>
                <a:cubicBezTo>
                  <a:pt x="2106486" y="2467023"/>
                  <a:pt x="830580" y="2857024"/>
                  <a:pt x="0" y="3143536"/>
                </a:cubicBezTo>
                <a:lnTo>
                  <a:pt x="381" y="3108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7699248" y="1298448"/>
            <a:ext cx="987552" cy="9875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7013448" y="1929384"/>
            <a:ext cx="512064" cy="512064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685800" y="4114800"/>
            <a:ext cx="1216152" cy="1216152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621792" y="2212847"/>
            <a:ext cx="7927848" cy="2203704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486400"/>
            <a:ext cx="6400800" cy="667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 pitchFamily="2" charset="2"/>
              <a:buNone/>
              <a:defRPr lang="en-US" sz="200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912948-A388-4440-AA7A-ADF455349DD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738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457200" y="1801368"/>
            <a:ext cx="8229600" cy="452628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굴림체" panose="020B0609000101010101" pitchFamily="49" charset="-127"/>
                <a:ea typeface="굴림체" panose="020B0609000101010101" pitchFamily="49" charset="-127"/>
              </a:defRPr>
            </a:lvl1pPr>
            <a:lvl2pPr>
              <a:defRPr sz="1800">
                <a:latin typeface="굴림체" panose="020B0609000101010101" pitchFamily="49" charset="-127"/>
                <a:ea typeface="굴림체" panose="020B0609000101010101" pitchFamily="49" charset="-127"/>
              </a:defRPr>
            </a:lvl2pPr>
            <a:lvl3pPr>
              <a:defRPr sz="1600">
                <a:latin typeface="굴림체" panose="020B0609000101010101" pitchFamily="49" charset="-127"/>
                <a:ea typeface="굴림체" panose="020B0609000101010101" pitchFamily="49" charset="-127"/>
              </a:defRPr>
            </a:lvl3pPr>
            <a:lvl4pPr>
              <a:defRPr sz="1400">
                <a:latin typeface="굴림체" panose="020B0609000101010101" pitchFamily="49" charset="-127"/>
                <a:ea typeface="굴림체" panose="020B0609000101010101" pitchFamily="49" charset="-127"/>
              </a:defRPr>
            </a:lvl4pPr>
            <a:lvl5pPr>
              <a:defRPr sz="1400">
                <a:latin typeface="굴림체" panose="020B0609000101010101" pitchFamily="49" charset="-127"/>
                <a:ea typeface="굴림체" panose="020B0609000101010101" pitchFamily="49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D98886-979C-4826-8809-BCF08B6FF41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Oval 6"/>
          <p:cNvSpPr/>
          <p:nvPr/>
        </p:nvSpPr>
        <p:spPr bwMode="gray">
          <a:xfrm>
            <a:off x="8165592" y="667512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7882128" y="1353312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283464" y="786384"/>
            <a:ext cx="996696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glow" dir="t">
                <a:rot lat="0" lon="0" rev="5400000"/>
              </a:lightRig>
            </a:scene3d>
            <a:sp3d extrusionH="57150" contourW="12700">
              <a:bevelT w="25400" h="25400"/>
              <a:contourClr>
                <a:schemeClr val="accent1">
                  <a:lumMod val="20000"/>
                  <a:lumOff val="8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ln w="63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48000">
                      <a:schemeClr val="accent1">
                        <a:lumMod val="60000"/>
                        <a:lumOff val="40000"/>
                      </a:schemeClr>
                    </a:gs>
                    <a:gs pos="57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80010" dist="40640" dir="5040000" algn="tl">
                    <a:srgbClr val="000000">
                      <a:alpha val="30000"/>
                    </a:srgbClr>
                  </a:outerShdw>
                </a:effectLst>
                <a:latin typeface="MD개성체" panose="02020603020101020101" pitchFamily="18" charset="-127"/>
                <a:ea typeface="MD개성체" panose="02020603020101020101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1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/>
        </p:nvSpPr>
        <p:spPr bwMode="gray">
          <a:xfrm>
            <a:off x="0" y="426720"/>
            <a:ext cx="9144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3996431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7 w 9153196"/>
              <a:gd name="connsiteY3" fmla="*/ 4518094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808828"/>
              <a:gd name="connsiteX1" fmla="*/ 0 w 9153196"/>
              <a:gd name="connsiteY1" fmla="*/ 4757736 h 4808828"/>
              <a:gd name="connsiteX2" fmla="*/ 2983307 w 9153196"/>
              <a:gd name="connsiteY2" fmla="*/ 3938179 h 4808828"/>
              <a:gd name="connsiteX3" fmla="*/ 6766918 w 9153196"/>
              <a:gd name="connsiteY3" fmla="*/ 4459842 h 4808828"/>
              <a:gd name="connsiteX4" fmla="*/ 9149297 w 9153196"/>
              <a:gd name="connsiteY4" fmla="*/ 4461355 h 4808828"/>
              <a:gd name="connsiteX5" fmla="*/ 9153196 w 9153196"/>
              <a:gd name="connsiteY5" fmla="*/ 0 h 4808828"/>
              <a:gd name="connsiteX6" fmla="*/ 52 w 9153196"/>
              <a:gd name="connsiteY6" fmla="*/ 1284 h 4808828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3307 w 9153196"/>
              <a:gd name="connsiteY2" fmla="*/ 3938179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66918 w 9153196"/>
              <a:gd name="connsiteY3" fmla="*/ 4459842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3115058 w 9153196"/>
              <a:gd name="connsiteY2" fmla="*/ 3911480 h 4757736"/>
              <a:gd name="connsiteX3" fmla="*/ 6736870 w 9153196"/>
              <a:gd name="connsiteY3" fmla="*/ 4428289 h 4757736"/>
              <a:gd name="connsiteX4" fmla="*/ 9149297 w 9153196"/>
              <a:gd name="connsiteY4" fmla="*/ 446135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02972" y="4559785"/>
                  <a:pt x="1992246" y="3966388"/>
                  <a:pt x="3115058" y="3911480"/>
                </a:cubicBezTo>
                <a:cubicBezTo>
                  <a:pt x="4237870" y="3856572"/>
                  <a:pt x="5939190" y="4331788"/>
                  <a:pt x="6736870" y="4428289"/>
                </a:cubicBezTo>
                <a:cubicBezTo>
                  <a:pt x="7534550" y="4524790"/>
                  <a:pt x="8253185" y="4658343"/>
                  <a:pt x="9149297" y="4461355"/>
                </a:cubicBezTo>
                <a:cubicBezTo>
                  <a:pt x="9150597" y="300012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 bwMode="invGray">
          <a:xfrm>
            <a:off x="-52" y="0"/>
            <a:ext cx="9144000" cy="4526280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0 h 4756452"/>
              <a:gd name="connsiteX1" fmla="*/ 0 w 9153196"/>
              <a:gd name="connsiteY1" fmla="*/ 4756452 h 4756452"/>
              <a:gd name="connsiteX2" fmla="*/ 2980996 w 9153196"/>
              <a:gd name="connsiteY2" fmla="*/ 4235436 h 4756452"/>
              <a:gd name="connsiteX3" fmla="*/ 6739180 w 9153196"/>
              <a:gd name="connsiteY3" fmla="*/ 4592052 h 4756452"/>
              <a:gd name="connsiteX4" fmla="*/ 9144052 w 9153196"/>
              <a:gd name="connsiteY4" fmla="*/ 4381740 h 4756452"/>
              <a:gd name="connsiteX5" fmla="*/ 9153196 w 9153196"/>
              <a:gd name="connsiteY5" fmla="*/ 3275316 h 4756452"/>
              <a:gd name="connsiteX6" fmla="*/ 52 w 9153196"/>
              <a:gd name="connsiteY6" fmla="*/ 0 h 4756452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4052 w 9153196"/>
              <a:gd name="connsiteY4" fmla="*/ 4383024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  <a:gd name="connsiteX0" fmla="*/ 52 w 9153196"/>
              <a:gd name="connsiteY0" fmla="*/ 1284 h 4757736"/>
              <a:gd name="connsiteX1" fmla="*/ 0 w 9153196"/>
              <a:gd name="connsiteY1" fmla="*/ 4757736 h 4757736"/>
              <a:gd name="connsiteX2" fmla="*/ 2980996 w 9153196"/>
              <a:gd name="connsiteY2" fmla="*/ 4236720 h 4757736"/>
              <a:gd name="connsiteX3" fmla="*/ 6739180 w 9153196"/>
              <a:gd name="connsiteY3" fmla="*/ 4593336 h 4757736"/>
              <a:gd name="connsiteX4" fmla="*/ 9149297 w 9153196"/>
              <a:gd name="connsiteY4" fmla="*/ 4383685 h 4757736"/>
              <a:gd name="connsiteX5" fmla="*/ 9153196 w 9153196"/>
              <a:gd name="connsiteY5" fmla="*/ 0 h 4757736"/>
              <a:gd name="connsiteX6" fmla="*/ 52 w 9153196"/>
              <a:gd name="connsiteY6" fmla="*/ 1284 h 475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4757736">
                <a:moveTo>
                  <a:pt x="52" y="1284"/>
                </a:moveTo>
                <a:cubicBezTo>
                  <a:pt x="35" y="491948"/>
                  <a:pt x="17" y="4267072"/>
                  <a:pt x="0" y="4757736"/>
                </a:cubicBezTo>
                <a:cubicBezTo>
                  <a:pt x="414528" y="4596192"/>
                  <a:pt x="1857799" y="4264120"/>
                  <a:pt x="2980996" y="4236720"/>
                </a:cubicBezTo>
                <a:cubicBezTo>
                  <a:pt x="4104193" y="4209320"/>
                  <a:pt x="5900665" y="4503309"/>
                  <a:pt x="6739180" y="4593336"/>
                </a:cubicBezTo>
                <a:cubicBezTo>
                  <a:pt x="7577695" y="4683363"/>
                  <a:pt x="8253185" y="4731157"/>
                  <a:pt x="9149297" y="4383685"/>
                </a:cubicBezTo>
                <a:cubicBezTo>
                  <a:pt x="9150597" y="2922457"/>
                  <a:pt x="9151896" y="1461228"/>
                  <a:pt x="9153196" y="0"/>
                </a:cubicBez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8065008" y="3849624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7790688" y="4535424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301752" y="3840480"/>
            <a:ext cx="996696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3000" y="5129784"/>
            <a:ext cx="7287768" cy="1362075"/>
          </a:xfr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1" kern="1200" cap="all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1143000" y="4425696"/>
            <a:ext cx="7287768" cy="7132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323C9-5CD4-40BE-B194-46FF105FE0E2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407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0"/>
            <a:ext cx="9144000" cy="1929384"/>
          </a:xfrm>
          <a:custGeom>
            <a:avLst/>
            <a:gdLst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2104644"/>
              <a:gd name="connsiteX1" fmla="*/ 0 w 9144000"/>
              <a:gd name="connsiteY1" fmla="*/ 1929384 h 2104644"/>
              <a:gd name="connsiteX2" fmla="*/ 2971800 w 9144000"/>
              <a:gd name="connsiteY2" fmla="*/ 1307592 h 2104644"/>
              <a:gd name="connsiteX3" fmla="*/ 9134856 w 9144000"/>
              <a:gd name="connsiteY3" fmla="*/ 1609344 h 2104644"/>
              <a:gd name="connsiteX4" fmla="*/ 9144000 w 9144000"/>
              <a:gd name="connsiteY4" fmla="*/ 0 h 2104644"/>
              <a:gd name="connsiteX5" fmla="*/ 8503920 w 9144000"/>
              <a:gd name="connsiteY5" fmla="*/ 0 h 2104644"/>
              <a:gd name="connsiteX6" fmla="*/ 3858768 w 9144000"/>
              <a:gd name="connsiteY6" fmla="*/ 320040 h 2104644"/>
              <a:gd name="connsiteX7" fmla="*/ 0 w 9144000"/>
              <a:gd name="connsiteY7" fmla="*/ 256032 h 210464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  <a:gd name="connsiteX0" fmla="*/ 0 w 9144000"/>
              <a:gd name="connsiteY0" fmla="*/ 256032 h 1929384"/>
              <a:gd name="connsiteX1" fmla="*/ 0 w 9144000"/>
              <a:gd name="connsiteY1" fmla="*/ 1929384 h 1929384"/>
              <a:gd name="connsiteX2" fmla="*/ 2971800 w 9144000"/>
              <a:gd name="connsiteY2" fmla="*/ 1307592 h 1929384"/>
              <a:gd name="connsiteX3" fmla="*/ 9134856 w 9144000"/>
              <a:gd name="connsiteY3" fmla="*/ 1609344 h 1929384"/>
              <a:gd name="connsiteX4" fmla="*/ 9144000 w 9144000"/>
              <a:gd name="connsiteY4" fmla="*/ 0 h 1929384"/>
              <a:gd name="connsiteX5" fmla="*/ 8503920 w 9144000"/>
              <a:gd name="connsiteY5" fmla="*/ 0 h 1929384"/>
              <a:gd name="connsiteX6" fmla="*/ 3858768 w 9144000"/>
              <a:gd name="connsiteY6" fmla="*/ 320040 h 1929384"/>
              <a:gd name="connsiteX7" fmla="*/ 0 w 9144000"/>
              <a:gd name="connsiteY7" fmla="*/ 256032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1929384">
                <a:moveTo>
                  <a:pt x="0" y="256032"/>
                </a:moveTo>
                <a:lnTo>
                  <a:pt x="0" y="1929384"/>
                </a:lnTo>
                <a:cubicBezTo>
                  <a:pt x="574548" y="1726692"/>
                  <a:pt x="1449324" y="1360932"/>
                  <a:pt x="2971800" y="1307592"/>
                </a:cubicBezTo>
                <a:cubicBezTo>
                  <a:pt x="4494276" y="1254252"/>
                  <a:pt x="7606284" y="1872996"/>
                  <a:pt x="9134856" y="1609344"/>
                </a:cubicBezTo>
                <a:lnTo>
                  <a:pt x="9144000" y="0"/>
                </a:lnTo>
                <a:lnTo>
                  <a:pt x="8503920" y="0"/>
                </a:lnTo>
                <a:cubicBezTo>
                  <a:pt x="7543800" y="844296"/>
                  <a:pt x="5111496" y="420624"/>
                  <a:pt x="3858768" y="320040"/>
                </a:cubicBezTo>
                <a:cubicBezTo>
                  <a:pt x="2606040" y="219456"/>
                  <a:pt x="1435608" y="76200"/>
                  <a:pt x="0" y="256032"/>
                </a:cubicBezTo>
                <a:close/>
              </a:path>
            </a:pathLst>
          </a:custGeom>
          <a:solidFill>
            <a:srgbClr val="40C6D8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 bwMode="invGray">
          <a:xfrm>
            <a:off x="-382" y="228600"/>
            <a:ext cx="9144381" cy="1409700"/>
          </a:xfrm>
          <a:custGeom>
            <a:avLst/>
            <a:gdLst>
              <a:gd name="connsiteX0" fmla="*/ 0 w 9144000"/>
              <a:gd name="connsiteY0" fmla="*/ 393192 h 1344168"/>
              <a:gd name="connsiteX1" fmla="*/ 4544568 w 9144000"/>
              <a:gd name="connsiteY1" fmla="*/ 201168 h 1344168"/>
              <a:gd name="connsiteX2" fmla="*/ 9144000 w 9144000"/>
              <a:gd name="connsiteY2" fmla="*/ 0 h 1344168"/>
              <a:gd name="connsiteX3" fmla="*/ 9144000 w 9144000"/>
              <a:gd name="connsiteY3" fmla="*/ 1042416 h 1344168"/>
              <a:gd name="connsiteX4" fmla="*/ 4407408 w 9144000"/>
              <a:gd name="connsiteY4" fmla="*/ 978408 h 1344168"/>
              <a:gd name="connsiteX5" fmla="*/ 9144 w 9144000"/>
              <a:gd name="connsiteY5" fmla="*/ 1344168 h 1344168"/>
              <a:gd name="connsiteX6" fmla="*/ 0 w 9144000"/>
              <a:gd name="connsiteY6" fmla="*/ 393192 h 1344168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475232"/>
              <a:gd name="connsiteX1" fmla="*/ 4544568 w 9144000"/>
              <a:gd name="connsiteY1" fmla="*/ 234696 h 1475232"/>
              <a:gd name="connsiteX2" fmla="*/ 9144000 w 9144000"/>
              <a:gd name="connsiteY2" fmla="*/ 33528 h 1475232"/>
              <a:gd name="connsiteX3" fmla="*/ 9144000 w 9144000"/>
              <a:gd name="connsiteY3" fmla="*/ 1075944 h 1475232"/>
              <a:gd name="connsiteX4" fmla="*/ 4407408 w 9144000"/>
              <a:gd name="connsiteY4" fmla="*/ 1011936 h 1475232"/>
              <a:gd name="connsiteX5" fmla="*/ 9144 w 9144000"/>
              <a:gd name="connsiteY5" fmla="*/ 1377696 h 1475232"/>
              <a:gd name="connsiteX6" fmla="*/ 0 w 9144000"/>
              <a:gd name="connsiteY6" fmla="*/ 426720 h 1475232"/>
              <a:gd name="connsiteX0" fmla="*/ 0 w 9144000"/>
              <a:gd name="connsiteY0" fmla="*/ 426720 h 1377696"/>
              <a:gd name="connsiteX1" fmla="*/ 4544568 w 9144000"/>
              <a:gd name="connsiteY1" fmla="*/ 234696 h 1377696"/>
              <a:gd name="connsiteX2" fmla="*/ 9144000 w 9144000"/>
              <a:gd name="connsiteY2" fmla="*/ 33528 h 1377696"/>
              <a:gd name="connsiteX3" fmla="*/ 9144000 w 9144000"/>
              <a:gd name="connsiteY3" fmla="*/ 1075944 h 1377696"/>
              <a:gd name="connsiteX4" fmla="*/ 4407408 w 9144000"/>
              <a:gd name="connsiteY4" fmla="*/ 1011936 h 1377696"/>
              <a:gd name="connsiteX5" fmla="*/ 9144 w 9144000"/>
              <a:gd name="connsiteY5" fmla="*/ 1377696 h 1377696"/>
              <a:gd name="connsiteX6" fmla="*/ 0 w 9144000"/>
              <a:gd name="connsiteY6" fmla="*/ 426720 h 1377696"/>
              <a:gd name="connsiteX0" fmla="*/ 0 w 9144000"/>
              <a:gd name="connsiteY0" fmla="*/ 426720 h 1409700"/>
              <a:gd name="connsiteX1" fmla="*/ 4544568 w 9144000"/>
              <a:gd name="connsiteY1" fmla="*/ 234696 h 1409700"/>
              <a:gd name="connsiteX2" fmla="*/ 9144000 w 9144000"/>
              <a:gd name="connsiteY2" fmla="*/ 33528 h 1409700"/>
              <a:gd name="connsiteX3" fmla="*/ 9144000 w 9144000"/>
              <a:gd name="connsiteY3" fmla="*/ 1075944 h 1409700"/>
              <a:gd name="connsiteX4" fmla="*/ 4407408 w 9144000"/>
              <a:gd name="connsiteY4" fmla="*/ 1011936 h 1409700"/>
              <a:gd name="connsiteX5" fmla="*/ 9144 w 9144000"/>
              <a:gd name="connsiteY5" fmla="*/ 1377696 h 1409700"/>
              <a:gd name="connsiteX6" fmla="*/ 0 w 9144000"/>
              <a:gd name="connsiteY6" fmla="*/ 426720 h 1409700"/>
              <a:gd name="connsiteX0" fmla="*/ 381 w 9144381"/>
              <a:gd name="connsiteY0" fmla="*/ 426720 h 1409700"/>
              <a:gd name="connsiteX1" fmla="*/ 4544949 w 9144381"/>
              <a:gd name="connsiteY1" fmla="*/ 234696 h 1409700"/>
              <a:gd name="connsiteX2" fmla="*/ 9144381 w 9144381"/>
              <a:gd name="connsiteY2" fmla="*/ 33528 h 1409700"/>
              <a:gd name="connsiteX3" fmla="*/ 9144381 w 9144381"/>
              <a:gd name="connsiteY3" fmla="*/ 1075944 h 1409700"/>
              <a:gd name="connsiteX4" fmla="*/ 4407789 w 9144381"/>
              <a:gd name="connsiteY4" fmla="*/ 1011936 h 1409700"/>
              <a:gd name="connsiteX5" fmla="*/ 0 w 9144381"/>
              <a:gd name="connsiteY5" fmla="*/ 1384071 h 1409700"/>
              <a:gd name="connsiteX6" fmla="*/ 381 w 9144381"/>
              <a:gd name="connsiteY6" fmla="*/ 42672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381" h="1409700">
                <a:moveTo>
                  <a:pt x="381" y="426720"/>
                </a:moveTo>
                <a:cubicBezTo>
                  <a:pt x="1664589" y="0"/>
                  <a:pt x="3036189" y="134112"/>
                  <a:pt x="4544949" y="234696"/>
                </a:cubicBezTo>
                <a:cubicBezTo>
                  <a:pt x="6053709" y="335280"/>
                  <a:pt x="8239125" y="509016"/>
                  <a:pt x="9144381" y="33528"/>
                </a:cubicBezTo>
                <a:lnTo>
                  <a:pt x="9144381" y="1075944"/>
                </a:lnTo>
                <a:cubicBezTo>
                  <a:pt x="8004429" y="1409700"/>
                  <a:pt x="5931852" y="960582"/>
                  <a:pt x="4407789" y="1011936"/>
                </a:cubicBezTo>
                <a:cubicBezTo>
                  <a:pt x="2883726" y="1063290"/>
                  <a:pt x="1237488" y="1109751"/>
                  <a:pt x="0" y="1384071"/>
                </a:cubicBezTo>
                <a:lnTo>
                  <a:pt x="381" y="4267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8311896" y="100584"/>
            <a:ext cx="612648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7562088" y="173736"/>
            <a:ext cx="365760" cy="36576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210312" y="932688"/>
            <a:ext cx="996696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7452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7452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4AED38-49D9-4C23-9D13-132B960C18A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794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24328"/>
            <a:ext cx="4040188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624328"/>
            <a:ext cx="4041775" cy="369417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AA52B-DDF0-4116-BC20-BB2599203C3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Oval 9"/>
          <p:cNvSpPr/>
          <p:nvPr/>
        </p:nvSpPr>
        <p:spPr bwMode="gray">
          <a:xfrm>
            <a:off x="8229600" y="1005840"/>
            <a:ext cx="612648" cy="61264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7699248" y="969264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283464" y="786384"/>
            <a:ext cx="996696" cy="996696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457200" y="187452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black">
          <a:xfrm>
            <a:off x="4645025" y="187452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4941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 bwMode="gray">
          <a:xfrm>
            <a:off x="0" y="1"/>
            <a:ext cx="9150620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F2C16B-C8E6-4697-AE29-D4142E62231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Freeform 5"/>
          <p:cNvSpPr/>
          <p:nvPr/>
        </p:nvSpPr>
        <p:spPr bwMode="invGray">
          <a:xfrm>
            <a:off x="-52" y="-1972"/>
            <a:ext cx="9144052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 bwMode="gray">
          <a:xfrm>
            <a:off x="8074152" y="384048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7498080" y="429768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210312" y="210312"/>
            <a:ext cx="832104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4632" y="813816"/>
            <a:ext cx="82296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5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45B046-F723-44FB-875B-FA1765E61F1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5" name="Group 4"/>
          <p:cNvGrpSpPr/>
          <p:nvPr/>
        </p:nvGrpSpPr>
        <p:grpSpPr bwMode="invGray">
          <a:xfrm>
            <a:off x="-52" y="-1972"/>
            <a:ext cx="9150672" cy="1283795"/>
            <a:chOff x="-52" y="-1972"/>
            <a:chExt cx="9150672" cy="1283795"/>
          </a:xfrm>
        </p:grpSpPr>
        <p:sp>
          <p:nvSpPr>
            <p:cNvPr id="6" name="Freeform 5"/>
            <p:cNvSpPr/>
            <p:nvPr userDrawn="1"/>
          </p:nvSpPr>
          <p:spPr bwMode="invGray">
            <a:xfrm>
              <a:off x="0" y="1"/>
              <a:ext cx="9150620" cy="128182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50620" h="1470041">
                  <a:moveTo>
                    <a:pt x="52" y="1284"/>
                  </a:moveTo>
                  <a:cubicBezTo>
                    <a:pt x="35" y="491948"/>
                    <a:pt x="17" y="761872"/>
                    <a:pt x="0" y="1252536"/>
                  </a:cubicBezTo>
                  <a:cubicBezTo>
                    <a:pt x="304800" y="1097088"/>
                    <a:pt x="1803165" y="328826"/>
                    <a:pt x="3622738" y="425264"/>
                  </a:cubicBezTo>
                  <a:cubicBezTo>
                    <a:pt x="5442311" y="521702"/>
                    <a:pt x="6970396" y="1470041"/>
                    <a:pt x="9144052" y="877824"/>
                  </a:cubicBezTo>
                  <a:cubicBezTo>
                    <a:pt x="9146241" y="585216"/>
                    <a:pt x="9148431" y="292608"/>
                    <a:pt x="9150620" y="0"/>
                  </a:cubicBezTo>
                  <a:lnTo>
                    <a:pt x="5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 userDrawn="1"/>
          </p:nvSpPr>
          <p:spPr bwMode="invGray">
            <a:xfrm>
              <a:off x="-52" y="-1972"/>
              <a:ext cx="9144052" cy="109417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4052" h="1282732">
                  <a:moveTo>
                    <a:pt x="2371" y="1971"/>
                  </a:moveTo>
                  <a:cubicBezTo>
                    <a:pt x="1581" y="305263"/>
                    <a:pt x="790" y="446133"/>
                    <a:pt x="0" y="749425"/>
                  </a:cubicBezTo>
                  <a:cubicBezTo>
                    <a:pt x="414528" y="587881"/>
                    <a:pt x="1394642" y="355830"/>
                    <a:pt x="3114923" y="315034"/>
                  </a:cubicBezTo>
                  <a:cubicBezTo>
                    <a:pt x="4835204" y="274238"/>
                    <a:pt x="7500499" y="1282732"/>
                    <a:pt x="9144052" y="537135"/>
                  </a:cubicBezTo>
                  <a:cubicBezTo>
                    <a:pt x="9143751" y="358090"/>
                    <a:pt x="9143451" y="179045"/>
                    <a:pt x="9143150" y="0"/>
                  </a:cubicBezTo>
                  <a:lnTo>
                    <a:pt x="2371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Oval 7"/>
          <p:cNvSpPr/>
          <p:nvPr/>
        </p:nvSpPr>
        <p:spPr bwMode="gray">
          <a:xfrm>
            <a:off x="8074152" y="384048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7498080" y="429768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210312" y="210312"/>
            <a:ext cx="832104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0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invGray">
          <a:xfrm rot="16200000">
            <a:off x="-2893651" y="2887705"/>
            <a:ext cx="6891618" cy="1104314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905255" y="273050"/>
            <a:ext cx="7781544" cy="950976"/>
          </a:xfr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24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304" y="1371600"/>
            <a:ext cx="5111750" cy="475488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12" y="1362456"/>
            <a:ext cx="2569464" cy="47640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537960"/>
            <a:ext cx="2133600" cy="246888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5F3EF-AEC9-4DA1-B743-6807B4EEF998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897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5257800" y="987552"/>
            <a:ext cx="3730752" cy="79552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30352" y="1216152"/>
            <a:ext cx="4645152" cy="464515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76088" y="1901952"/>
            <a:ext cx="3712464" cy="1755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537960"/>
            <a:ext cx="2133600" cy="246888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441C55-709E-414D-AED6-4B6DA8AC4D43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8" name="Group 7"/>
          <p:cNvGrpSpPr/>
          <p:nvPr/>
        </p:nvGrpSpPr>
        <p:grpSpPr bwMode="invGray">
          <a:xfrm rot="16200000">
            <a:off x="-2893651" y="2887705"/>
            <a:ext cx="6891618" cy="1104314"/>
            <a:chOff x="-18448" y="-1967"/>
            <a:chExt cx="9176991" cy="1292024"/>
          </a:xfrm>
        </p:grpSpPr>
        <p:sp>
          <p:nvSpPr>
            <p:cNvPr id="9" name="Freeform 8"/>
            <p:cNvSpPr/>
            <p:nvPr userDrawn="1"/>
          </p:nvSpPr>
          <p:spPr bwMode="invGray">
            <a:xfrm>
              <a:off x="-18448" y="5"/>
              <a:ext cx="9176991" cy="1290052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80996 w 9153196"/>
                <a:gd name="connsiteY2" fmla="*/ 96012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106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739180 w 9153196"/>
                <a:gd name="connsiteY3" fmla="*/ 13167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12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1284 h 1862136"/>
                <a:gd name="connsiteX0" fmla="*/ 52 w 9153196"/>
                <a:gd name="connsiteY0" fmla="*/ 610884 h 1862136"/>
                <a:gd name="connsiteX1" fmla="*/ 0 w 9153196"/>
                <a:gd name="connsiteY1" fmla="*/ 1862136 h 1862136"/>
                <a:gd name="connsiteX2" fmla="*/ 2999284 w 9153196"/>
                <a:gd name="connsiteY2" fmla="*/ 1051560 h 1862136"/>
                <a:gd name="connsiteX3" fmla="*/ 6281980 w 9153196"/>
                <a:gd name="connsiteY3" fmla="*/ 1469136 h 1862136"/>
                <a:gd name="connsiteX4" fmla="*/ 9144052 w 9153196"/>
                <a:gd name="connsiteY4" fmla="*/ 1487424 h 1862136"/>
                <a:gd name="connsiteX5" fmla="*/ 9153196 w 9153196"/>
                <a:gd name="connsiteY5" fmla="*/ 0 h 1862136"/>
                <a:gd name="connsiteX6" fmla="*/ 52 w 9153196"/>
                <a:gd name="connsiteY6" fmla="*/ 610884 h 18621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2999284 w 9153196"/>
                <a:gd name="connsiteY2" fmla="*/ 441960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0108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6281980 w 9153196"/>
                <a:gd name="connsiteY3" fmla="*/ 859536 h 1252536"/>
                <a:gd name="connsiteX4" fmla="*/ 9144052 w 9153196"/>
                <a:gd name="connsiteY4" fmla="*/ 877824 h 1252536"/>
                <a:gd name="connsiteX5" fmla="*/ 9153196 w 9153196"/>
                <a:gd name="connsiteY5" fmla="*/ 0 h 1252536"/>
                <a:gd name="connsiteX6" fmla="*/ 52 w 9153196"/>
                <a:gd name="connsiteY6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52536"/>
                <a:gd name="connsiteX1" fmla="*/ 0 w 9153196"/>
                <a:gd name="connsiteY1" fmla="*/ 1252536 h 1252536"/>
                <a:gd name="connsiteX2" fmla="*/ 3620429 w 9153196"/>
                <a:gd name="connsiteY2" fmla="*/ 483524 h 1252536"/>
                <a:gd name="connsiteX3" fmla="*/ 9144052 w 9153196"/>
                <a:gd name="connsiteY3" fmla="*/ 877824 h 1252536"/>
                <a:gd name="connsiteX4" fmla="*/ 9153196 w 9153196"/>
                <a:gd name="connsiteY4" fmla="*/ 0 h 1252536"/>
                <a:gd name="connsiteX5" fmla="*/ 52 w 9153196"/>
                <a:gd name="connsiteY5" fmla="*/ 1284 h 1252536"/>
                <a:gd name="connsiteX0" fmla="*/ 52 w 9153196"/>
                <a:gd name="connsiteY0" fmla="*/ 1284 h 1279374"/>
                <a:gd name="connsiteX1" fmla="*/ 0 w 9153196"/>
                <a:gd name="connsiteY1" fmla="*/ 1252536 h 1279374"/>
                <a:gd name="connsiteX2" fmla="*/ 3620429 w 9153196"/>
                <a:gd name="connsiteY2" fmla="*/ 483524 h 1279374"/>
                <a:gd name="connsiteX3" fmla="*/ 9144052 w 9153196"/>
                <a:gd name="connsiteY3" fmla="*/ 877824 h 1279374"/>
                <a:gd name="connsiteX4" fmla="*/ 9153196 w 9153196"/>
                <a:gd name="connsiteY4" fmla="*/ 0 h 1279374"/>
                <a:gd name="connsiteX5" fmla="*/ 52 w 9153196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0429 w 9150620"/>
                <a:gd name="connsiteY2" fmla="*/ 48352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41211 w 9150620"/>
                <a:gd name="connsiteY2" fmla="*/ 459690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79374"/>
                <a:gd name="connsiteX1" fmla="*/ 0 w 9150620"/>
                <a:gd name="connsiteY1" fmla="*/ 1252536 h 1279374"/>
                <a:gd name="connsiteX2" fmla="*/ 3622738 w 9150620"/>
                <a:gd name="connsiteY2" fmla="*/ 425264 h 1279374"/>
                <a:gd name="connsiteX3" fmla="*/ 9144052 w 9150620"/>
                <a:gd name="connsiteY3" fmla="*/ 877824 h 1279374"/>
                <a:gd name="connsiteX4" fmla="*/ 9150620 w 9150620"/>
                <a:gd name="connsiteY4" fmla="*/ 0 h 1279374"/>
                <a:gd name="connsiteX5" fmla="*/ 52 w 9150620"/>
                <a:gd name="connsiteY5" fmla="*/ 1284 h 1279374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252536"/>
                <a:gd name="connsiteX1" fmla="*/ 0 w 9150620"/>
                <a:gd name="connsiteY1" fmla="*/ 1252536 h 1252536"/>
                <a:gd name="connsiteX2" fmla="*/ 3622738 w 9150620"/>
                <a:gd name="connsiteY2" fmla="*/ 425264 h 1252536"/>
                <a:gd name="connsiteX3" fmla="*/ 9144052 w 9150620"/>
                <a:gd name="connsiteY3" fmla="*/ 877824 h 1252536"/>
                <a:gd name="connsiteX4" fmla="*/ 9150620 w 9150620"/>
                <a:gd name="connsiteY4" fmla="*/ 0 h 1252536"/>
                <a:gd name="connsiteX5" fmla="*/ 52 w 9150620"/>
                <a:gd name="connsiteY5" fmla="*/ 1284 h 1252536"/>
                <a:gd name="connsiteX0" fmla="*/ 52 w 9150620"/>
                <a:gd name="connsiteY0" fmla="*/ 1284 h 1340282"/>
                <a:gd name="connsiteX1" fmla="*/ 0 w 9150620"/>
                <a:gd name="connsiteY1" fmla="*/ 1252536 h 1340282"/>
                <a:gd name="connsiteX2" fmla="*/ 3622738 w 9150620"/>
                <a:gd name="connsiteY2" fmla="*/ 425264 h 1340282"/>
                <a:gd name="connsiteX3" fmla="*/ 9144052 w 9150620"/>
                <a:gd name="connsiteY3" fmla="*/ 877824 h 1340282"/>
                <a:gd name="connsiteX4" fmla="*/ 9150620 w 9150620"/>
                <a:gd name="connsiteY4" fmla="*/ 0 h 1340282"/>
                <a:gd name="connsiteX5" fmla="*/ 52 w 9150620"/>
                <a:gd name="connsiteY5" fmla="*/ 1284 h 1340282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52 w 9150620"/>
                <a:gd name="connsiteY0" fmla="*/ 1284 h 1470041"/>
                <a:gd name="connsiteX1" fmla="*/ 0 w 9150620"/>
                <a:gd name="connsiteY1" fmla="*/ 1252536 h 1470041"/>
                <a:gd name="connsiteX2" fmla="*/ 3622738 w 9150620"/>
                <a:gd name="connsiteY2" fmla="*/ 425264 h 1470041"/>
                <a:gd name="connsiteX3" fmla="*/ 9144052 w 9150620"/>
                <a:gd name="connsiteY3" fmla="*/ 877824 h 1470041"/>
                <a:gd name="connsiteX4" fmla="*/ 9150620 w 9150620"/>
                <a:gd name="connsiteY4" fmla="*/ 0 h 1470041"/>
                <a:gd name="connsiteX5" fmla="*/ 52 w 9150620"/>
                <a:gd name="connsiteY5" fmla="*/ 1284 h 1470041"/>
                <a:gd name="connsiteX0" fmla="*/ 18502 w 9169070"/>
                <a:gd name="connsiteY0" fmla="*/ 1284 h 1489619"/>
                <a:gd name="connsiteX1" fmla="*/ 0 w 9169070"/>
                <a:gd name="connsiteY1" fmla="*/ 1489619 h 1489619"/>
                <a:gd name="connsiteX2" fmla="*/ 3641188 w 9169070"/>
                <a:gd name="connsiteY2" fmla="*/ 425264 h 1489619"/>
                <a:gd name="connsiteX3" fmla="*/ 9162502 w 9169070"/>
                <a:gd name="connsiteY3" fmla="*/ 877824 h 1489619"/>
                <a:gd name="connsiteX4" fmla="*/ 9169070 w 9169070"/>
                <a:gd name="connsiteY4" fmla="*/ 0 h 1489619"/>
                <a:gd name="connsiteX5" fmla="*/ 18502 w 9169070"/>
                <a:gd name="connsiteY5" fmla="*/ 1284 h 1489619"/>
                <a:gd name="connsiteX0" fmla="*/ 18502 w 9169070"/>
                <a:gd name="connsiteY0" fmla="*/ 1284 h 1654092"/>
                <a:gd name="connsiteX1" fmla="*/ 0 w 9169070"/>
                <a:gd name="connsiteY1" fmla="*/ 1489619 h 1654092"/>
                <a:gd name="connsiteX2" fmla="*/ 3641188 w 9169070"/>
                <a:gd name="connsiteY2" fmla="*/ 425264 h 1654092"/>
                <a:gd name="connsiteX3" fmla="*/ 9137904 w 9169070"/>
                <a:gd name="connsiteY3" fmla="*/ 1061874 h 1654092"/>
                <a:gd name="connsiteX4" fmla="*/ 9169070 w 9169070"/>
                <a:gd name="connsiteY4" fmla="*/ 0 h 1654092"/>
                <a:gd name="connsiteX5" fmla="*/ 18502 w 916907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41188 w 9176990"/>
                <a:gd name="connsiteY2" fmla="*/ 42526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687310 w 9176990"/>
                <a:gd name="connsiteY2" fmla="*/ 649870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0119 w 9176990"/>
                <a:gd name="connsiteY2" fmla="*/ 555828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654092"/>
                <a:gd name="connsiteX1" fmla="*/ 0 w 9176990"/>
                <a:gd name="connsiteY1" fmla="*/ 1489619 h 1654092"/>
                <a:gd name="connsiteX2" fmla="*/ 3209344 w 9176990"/>
                <a:gd name="connsiteY2" fmla="*/ 515274 h 1654092"/>
                <a:gd name="connsiteX3" fmla="*/ 9174801 w 9176990"/>
                <a:gd name="connsiteY3" fmla="*/ 1061875 h 1654092"/>
                <a:gd name="connsiteX4" fmla="*/ 9169070 w 9176990"/>
                <a:gd name="connsiteY4" fmla="*/ 0 h 1654092"/>
                <a:gd name="connsiteX5" fmla="*/ 18502 w 9176990"/>
                <a:gd name="connsiteY5" fmla="*/ 1284 h 1654092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95308 w 9176990"/>
                <a:gd name="connsiteY3" fmla="*/ 114570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1030952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734404 w 9176990"/>
                <a:gd name="connsiteY3" fmla="*/ 98104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267623 w 9176990"/>
                <a:gd name="connsiteY3" fmla="*/ 866290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  <a:gd name="connsiteX0" fmla="*/ 18502 w 9176990"/>
                <a:gd name="connsiteY0" fmla="*/ 1284 h 1489619"/>
                <a:gd name="connsiteX1" fmla="*/ 0 w 9176990"/>
                <a:gd name="connsiteY1" fmla="*/ 1489619 h 1489619"/>
                <a:gd name="connsiteX2" fmla="*/ 3209344 w 9176990"/>
                <a:gd name="connsiteY2" fmla="*/ 515274 h 1489619"/>
                <a:gd name="connsiteX3" fmla="*/ 6307596 w 9176990"/>
                <a:gd name="connsiteY3" fmla="*/ 941158 h 1489619"/>
                <a:gd name="connsiteX4" fmla="*/ 9174801 w 9176990"/>
                <a:gd name="connsiteY4" fmla="*/ 1061875 h 1489619"/>
                <a:gd name="connsiteX5" fmla="*/ 9169070 w 9176990"/>
                <a:gd name="connsiteY5" fmla="*/ 0 h 1489619"/>
                <a:gd name="connsiteX6" fmla="*/ 18502 w 9176990"/>
                <a:gd name="connsiteY6" fmla="*/ 1284 h 148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6990" h="1489619">
                  <a:moveTo>
                    <a:pt x="18502" y="1284"/>
                  </a:moveTo>
                  <a:cubicBezTo>
                    <a:pt x="18485" y="491948"/>
                    <a:pt x="17" y="998955"/>
                    <a:pt x="0" y="1489619"/>
                  </a:cubicBezTo>
                  <a:cubicBezTo>
                    <a:pt x="304800" y="1334171"/>
                    <a:pt x="2076793" y="572593"/>
                    <a:pt x="3209344" y="515274"/>
                  </a:cubicBezTo>
                  <a:cubicBezTo>
                    <a:pt x="4341895" y="457955"/>
                    <a:pt x="5743827" y="772070"/>
                    <a:pt x="6307596" y="941158"/>
                  </a:cubicBezTo>
                  <a:cubicBezTo>
                    <a:pt x="6871365" y="1110246"/>
                    <a:pt x="8191884" y="1377605"/>
                    <a:pt x="9174801" y="1061875"/>
                  </a:cubicBezTo>
                  <a:cubicBezTo>
                    <a:pt x="9176990" y="769267"/>
                    <a:pt x="9166881" y="292608"/>
                    <a:pt x="9169070" y="0"/>
                  </a:cubicBezTo>
                  <a:lnTo>
                    <a:pt x="18502" y="1284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 userDrawn="1"/>
          </p:nvSpPr>
          <p:spPr bwMode="invGray">
            <a:xfrm>
              <a:off x="1533" y="-1967"/>
              <a:ext cx="9149091" cy="1266391"/>
            </a:xfrm>
            <a:custGeom>
              <a:avLst/>
              <a:gdLst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630680"/>
                <a:gd name="connsiteX1" fmla="*/ 18288 w 9153144"/>
                <a:gd name="connsiteY1" fmla="*/ 1472184 h 1630680"/>
                <a:gd name="connsiteX2" fmla="*/ 2980944 w 9153144"/>
                <a:gd name="connsiteY2" fmla="*/ 960120 h 1630680"/>
                <a:gd name="connsiteX3" fmla="*/ 7114032 w 9153144"/>
                <a:gd name="connsiteY3" fmla="*/ 1353312 h 1630680"/>
                <a:gd name="connsiteX4" fmla="*/ 9144000 w 9153144"/>
                <a:gd name="connsiteY4" fmla="*/ 1106424 h 1630680"/>
                <a:gd name="connsiteX5" fmla="*/ 9153144 w 9153144"/>
                <a:gd name="connsiteY5" fmla="*/ 0 h 1630680"/>
                <a:gd name="connsiteX6" fmla="*/ 0 w 9153144"/>
                <a:gd name="connsiteY6" fmla="*/ 9144 h 1630680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7114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3032 w 9153144"/>
                <a:gd name="connsiteY3" fmla="*/ 1353312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0 w 9153144"/>
                <a:gd name="connsiteY0" fmla="*/ 9144 h 1472184"/>
                <a:gd name="connsiteX1" fmla="*/ 18288 w 9153144"/>
                <a:gd name="connsiteY1" fmla="*/ 1472184 h 1472184"/>
                <a:gd name="connsiteX2" fmla="*/ 2980944 w 9153144"/>
                <a:gd name="connsiteY2" fmla="*/ 960120 h 1472184"/>
                <a:gd name="connsiteX3" fmla="*/ 6739128 w 9153144"/>
                <a:gd name="connsiteY3" fmla="*/ 1316736 h 1472184"/>
                <a:gd name="connsiteX4" fmla="*/ 9144000 w 9153144"/>
                <a:gd name="connsiteY4" fmla="*/ 1106424 h 1472184"/>
                <a:gd name="connsiteX5" fmla="*/ 9153144 w 9153144"/>
                <a:gd name="connsiteY5" fmla="*/ 0 h 1472184"/>
                <a:gd name="connsiteX6" fmla="*/ 0 w 9153144"/>
                <a:gd name="connsiteY6" fmla="*/ 9144 h 1472184"/>
                <a:gd name="connsiteX0" fmla="*/ 52 w 9153196"/>
                <a:gd name="connsiteY0" fmla="*/ 914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9144 h 1481136"/>
                <a:gd name="connsiteX0" fmla="*/ 52 w 9153196"/>
                <a:gd name="connsiteY0" fmla="*/ 1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1284 h 1481136"/>
                <a:gd name="connsiteX0" fmla="*/ 52 w 9153196"/>
                <a:gd name="connsiteY0" fmla="*/ 763284 h 1481136"/>
                <a:gd name="connsiteX1" fmla="*/ 0 w 9153196"/>
                <a:gd name="connsiteY1" fmla="*/ 1481136 h 1481136"/>
                <a:gd name="connsiteX2" fmla="*/ 2980996 w 9153196"/>
                <a:gd name="connsiteY2" fmla="*/ 960120 h 1481136"/>
                <a:gd name="connsiteX3" fmla="*/ 6739180 w 9153196"/>
                <a:gd name="connsiteY3" fmla="*/ 1316736 h 1481136"/>
                <a:gd name="connsiteX4" fmla="*/ 9144052 w 9153196"/>
                <a:gd name="connsiteY4" fmla="*/ 1106424 h 1481136"/>
                <a:gd name="connsiteX5" fmla="*/ 9153196 w 9153196"/>
                <a:gd name="connsiteY5" fmla="*/ 0 h 1481136"/>
                <a:gd name="connsiteX6" fmla="*/ 52 w 9153196"/>
                <a:gd name="connsiteY6" fmla="*/ 763284 h 1481136"/>
                <a:gd name="connsiteX0" fmla="*/ 52 w 9153196"/>
                <a:gd name="connsiteY0" fmla="*/ 1284 h 719136"/>
                <a:gd name="connsiteX1" fmla="*/ 0 w 9153196"/>
                <a:gd name="connsiteY1" fmla="*/ 719136 h 719136"/>
                <a:gd name="connsiteX2" fmla="*/ 2980996 w 9153196"/>
                <a:gd name="connsiteY2" fmla="*/ 198120 h 719136"/>
                <a:gd name="connsiteX3" fmla="*/ 6739180 w 9153196"/>
                <a:gd name="connsiteY3" fmla="*/ 554736 h 719136"/>
                <a:gd name="connsiteX4" fmla="*/ 9144052 w 9153196"/>
                <a:gd name="connsiteY4" fmla="*/ 344424 h 719136"/>
                <a:gd name="connsiteX5" fmla="*/ 9153196 w 9153196"/>
                <a:gd name="connsiteY5" fmla="*/ 0 h 719136"/>
                <a:gd name="connsiteX6" fmla="*/ 52 w 9153196"/>
                <a:gd name="connsiteY6" fmla="*/ 1284 h 719136"/>
                <a:gd name="connsiteX0" fmla="*/ 17 w 9162305"/>
                <a:gd name="connsiteY0" fmla="*/ 0 h 775764"/>
                <a:gd name="connsiteX1" fmla="*/ 9109 w 9162305"/>
                <a:gd name="connsiteY1" fmla="*/ 775764 h 775764"/>
                <a:gd name="connsiteX2" fmla="*/ 2990105 w 9162305"/>
                <a:gd name="connsiteY2" fmla="*/ 254748 h 775764"/>
                <a:gd name="connsiteX3" fmla="*/ 6748289 w 9162305"/>
                <a:gd name="connsiteY3" fmla="*/ 611364 h 775764"/>
                <a:gd name="connsiteX4" fmla="*/ 9153161 w 9162305"/>
                <a:gd name="connsiteY4" fmla="*/ 401052 h 775764"/>
                <a:gd name="connsiteX5" fmla="*/ 9162305 w 9162305"/>
                <a:gd name="connsiteY5" fmla="*/ 56628 h 775764"/>
                <a:gd name="connsiteX6" fmla="*/ 17 w 9162305"/>
                <a:gd name="connsiteY6" fmla="*/ 0 h 775764"/>
                <a:gd name="connsiteX0" fmla="*/ 17 w 9162305"/>
                <a:gd name="connsiteY0" fmla="*/ 0 h 821484"/>
                <a:gd name="connsiteX1" fmla="*/ 9109 w 9162305"/>
                <a:gd name="connsiteY1" fmla="*/ 821484 h 821484"/>
                <a:gd name="connsiteX2" fmla="*/ 2990105 w 9162305"/>
                <a:gd name="connsiteY2" fmla="*/ 300468 h 821484"/>
                <a:gd name="connsiteX3" fmla="*/ 6748289 w 9162305"/>
                <a:gd name="connsiteY3" fmla="*/ 657084 h 821484"/>
                <a:gd name="connsiteX4" fmla="*/ 9153161 w 9162305"/>
                <a:gd name="connsiteY4" fmla="*/ 446772 h 821484"/>
                <a:gd name="connsiteX5" fmla="*/ 9162305 w 9162305"/>
                <a:gd name="connsiteY5" fmla="*/ 102348 h 821484"/>
                <a:gd name="connsiteX6" fmla="*/ 17 w 9162305"/>
                <a:gd name="connsiteY6" fmla="*/ 0 h 821484"/>
                <a:gd name="connsiteX0" fmla="*/ 17 w 9162305"/>
                <a:gd name="connsiteY0" fmla="*/ 0 h 848916"/>
                <a:gd name="connsiteX1" fmla="*/ 9109 w 9162305"/>
                <a:gd name="connsiteY1" fmla="*/ 848916 h 848916"/>
                <a:gd name="connsiteX2" fmla="*/ 2990105 w 9162305"/>
                <a:gd name="connsiteY2" fmla="*/ 327900 h 848916"/>
                <a:gd name="connsiteX3" fmla="*/ 6748289 w 9162305"/>
                <a:gd name="connsiteY3" fmla="*/ 684516 h 848916"/>
                <a:gd name="connsiteX4" fmla="*/ 9153161 w 9162305"/>
                <a:gd name="connsiteY4" fmla="*/ 474204 h 848916"/>
                <a:gd name="connsiteX5" fmla="*/ 9162305 w 9162305"/>
                <a:gd name="connsiteY5" fmla="*/ 129780 h 848916"/>
                <a:gd name="connsiteX6" fmla="*/ 17 w 9162305"/>
                <a:gd name="connsiteY6" fmla="*/ 0 h 848916"/>
                <a:gd name="connsiteX0" fmla="*/ 17 w 9171449"/>
                <a:gd name="connsiteY0" fmla="*/ 0 h 864156"/>
                <a:gd name="connsiteX1" fmla="*/ 18253 w 9171449"/>
                <a:gd name="connsiteY1" fmla="*/ 864156 h 864156"/>
                <a:gd name="connsiteX2" fmla="*/ 2999249 w 9171449"/>
                <a:gd name="connsiteY2" fmla="*/ 343140 h 864156"/>
                <a:gd name="connsiteX3" fmla="*/ 6757433 w 9171449"/>
                <a:gd name="connsiteY3" fmla="*/ 699756 h 864156"/>
                <a:gd name="connsiteX4" fmla="*/ 9162305 w 9171449"/>
                <a:gd name="connsiteY4" fmla="*/ 489444 h 864156"/>
                <a:gd name="connsiteX5" fmla="*/ 9171449 w 9171449"/>
                <a:gd name="connsiteY5" fmla="*/ 145020 h 864156"/>
                <a:gd name="connsiteX6" fmla="*/ 17 w 9171449"/>
                <a:gd name="connsiteY6" fmla="*/ 0 h 864156"/>
                <a:gd name="connsiteX0" fmla="*/ 17 w 9189737"/>
                <a:gd name="connsiteY0" fmla="*/ 0 h 952548"/>
                <a:gd name="connsiteX1" fmla="*/ 36541 w 9189737"/>
                <a:gd name="connsiteY1" fmla="*/ 952548 h 952548"/>
                <a:gd name="connsiteX2" fmla="*/ 3017537 w 9189737"/>
                <a:gd name="connsiteY2" fmla="*/ 431532 h 952548"/>
                <a:gd name="connsiteX3" fmla="*/ 6775721 w 9189737"/>
                <a:gd name="connsiteY3" fmla="*/ 788148 h 952548"/>
                <a:gd name="connsiteX4" fmla="*/ 9180593 w 9189737"/>
                <a:gd name="connsiteY4" fmla="*/ 577836 h 952548"/>
                <a:gd name="connsiteX5" fmla="*/ 9189737 w 9189737"/>
                <a:gd name="connsiteY5" fmla="*/ 233412 h 952548"/>
                <a:gd name="connsiteX6" fmla="*/ 17 w 9189737"/>
                <a:gd name="connsiteY6" fmla="*/ 0 h 952548"/>
                <a:gd name="connsiteX0" fmla="*/ 17 w 9171449"/>
                <a:gd name="connsiteY0" fmla="*/ 0 h 909876"/>
                <a:gd name="connsiteX1" fmla="*/ 18253 w 9171449"/>
                <a:gd name="connsiteY1" fmla="*/ 909876 h 909876"/>
                <a:gd name="connsiteX2" fmla="*/ 2999249 w 9171449"/>
                <a:gd name="connsiteY2" fmla="*/ 388860 h 909876"/>
                <a:gd name="connsiteX3" fmla="*/ 6757433 w 9171449"/>
                <a:gd name="connsiteY3" fmla="*/ 745476 h 909876"/>
                <a:gd name="connsiteX4" fmla="*/ 9162305 w 9171449"/>
                <a:gd name="connsiteY4" fmla="*/ 535164 h 909876"/>
                <a:gd name="connsiteX5" fmla="*/ 9171449 w 9171449"/>
                <a:gd name="connsiteY5" fmla="*/ 190740 h 909876"/>
                <a:gd name="connsiteX6" fmla="*/ 17 w 9171449"/>
                <a:gd name="connsiteY6" fmla="*/ 0 h 909876"/>
                <a:gd name="connsiteX0" fmla="*/ 17 w 9180593"/>
                <a:gd name="connsiteY0" fmla="*/ 13476 h 923352"/>
                <a:gd name="connsiteX1" fmla="*/ 18253 w 9180593"/>
                <a:gd name="connsiteY1" fmla="*/ 923352 h 923352"/>
                <a:gd name="connsiteX2" fmla="*/ 2999249 w 9180593"/>
                <a:gd name="connsiteY2" fmla="*/ 402336 h 923352"/>
                <a:gd name="connsiteX3" fmla="*/ 6757433 w 9180593"/>
                <a:gd name="connsiteY3" fmla="*/ 758952 h 923352"/>
                <a:gd name="connsiteX4" fmla="*/ 9162305 w 9180593"/>
                <a:gd name="connsiteY4" fmla="*/ 548640 h 923352"/>
                <a:gd name="connsiteX5" fmla="*/ 9180593 w 9180593"/>
                <a:gd name="connsiteY5" fmla="*/ 0 h 923352"/>
                <a:gd name="connsiteX6" fmla="*/ 17 w 9180593"/>
                <a:gd name="connsiteY6" fmla="*/ 13476 h 923352"/>
                <a:gd name="connsiteX0" fmla="*/ 17 w 9189737"/>
                <a:gd name="connsiteY0" fmla="*/ 0 h 909876"/>
                <a:gd name="connsiteX1" fmla="*/ 18253 w 9189737"/>
                <a:gd name="connsiteY1" fmla="*/ 909876 h 909876"/>
                <a:gd name="connsiteX2" fmla="*/ 2999249 w 9189737"/>
                <a:gd name="connsiteY2" fmla="*/ 388860 h 909876"/>
                <a:gd name="connsiteX3" fmla="*/ 6757433 w 9189737"/>
                <a:gd name="connsiteY3" fmla="*/ 745476 h 909876"/>
                <a:gd name="connsiteX4" fmla="*/ 9162305 w 9189737"/>
                <a:gd name="connsiteY4" fmla="*/ 535164 h 909876"/>
                <a:gd name="connsiteX5" fmla="*/ 9189737 w 9189737"/>
                <a:gd name="connsiteY5" fmla="*/ 10908 h 909876"/>
                <a:gd name="connsiteX6" fmla="*/ 17 w 9189737"/>
                <a:gd name="connsiteY6" fmla="*/ 0 h 909876"/>
                <a:gd name="connsiteX0" fmla="*/ 0 w 9189720"/>
                <a:gd name="connsiteY0" fmla="*/ 0 h 909876"/>
                <a:gd name="connsiteX1" fmla="*/ 18236 w 9189720"/>
                <a:gd name="connsiteY1" fmla="*/ 909876 h 909876"/>
                <a:gd name="connsiteX2" fmla="*/ 2999232 w 9189720"/>
                <a:gd name="connsiteY2" fmla="*/ 388860 h 909876"/>
                <a:gd name="connsiteX3" fmla="*/ 6757416 w 9189720"/>
                <a:gd name="connsiteY3" fmla="*/ 745476 h 909876"/>
                <a:gd name="connsiteX4" fmla="*/ 9162288 w 9189720"/>
                <a:gd name="connsiteY4" fmla="*/ 535164 h 909876"/>
                <a:gd name="connsiteX5" fmla="*/ 9189720 w 9189720"/>
                <a:gd name="connsiteY5" fmla="*/ 10908 h 909876"/>
                <a:gd name="connsiteX6" fmla="*/ 0 w 9189720"/>
                <a:gd name="connsiteY6" fmla="*/ 0 h 909876"/>
                <a:gd name="connsiteX0" fmla="*/ 0 w 9162288"/>
                <a:gd name="connsiteY0" fmla="*/ 1971 h 911847"/>
                <a:gd name="connsiteX1" fmla="*/ 18236 w 9162288"/>
                <a:gd name="connsiteY1" fmla="*/ 911847 h 911847"/>
                <a:gd name="connsiteX2" fmla="*/ 2999232 w 9162288"/>
                <a:gd name="connsiteY2" fmla="*/ 390831 h 911847"/>
                <a:gd name="connsiteX3" fmla="*/ 6757416 w 9162288"/>
                <a:gd name="connsiteY3" fmla="*/ 747447 h 911847"/>
                <a:gd name="connsiteX4" fmla="*/ 9162288 w 9162288"/>
                <a:gd name="connsiteY4" fmla="*/ 537135 h 911847"/>
                <a:gd name="connsiteX5" fmla="*/ 9161386 w 9162288"/>
                <a:gd name="connsiteY5" fmla="*/ 0 h 911847"/>
                <a:gd name="connsiteX6" fmla="*/ 0 w 9162288"/>
                <a:gd name="connsiteY6" fmla="*/ 1971 h 911847"/>
                <a:gd name="connsiteX0" fmla="*/ 20401 w 9144052"/>
                <a:gd name="connsiteY0" fmla="*/ 32880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0401 w 9144052"/>
                <a:gd name="connsiteY6" fmla="*/ 32880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6739180 w 9144052"/>
                <a:gd name="connsiteY3" fmla="*/ 747447 h 911847"/>
                <a:gd name="connsiteX4" fmla="*/ 9144052 w 9144052"/>
                <a:gd name="connsiteY4" fmla="*/ 537135 h 911847"/>
                <a:gd name="connsiteX5" fmla="*/ 9143150 w 9144052"/>
                <a:gd name="connsiteY5" fmla="*/ 0 h 911847"/>
                <a:gd name="connsiteX6" fmla="*/ 2371 w 9144052"/>
                <a:gd name="connsiteY6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2980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911847"/>
                <a:gd name="connsiteX1" fmla="*/ 0 w 9144052"/>
                <a:gd name="connsiteY1" fmla="*/ 911847 h 911847"/>
                <a:gd name="connsiteX2" fmla="*/ 3361996 w 9144052"/>
                <a:gd name="connsiteY2" fmla="*/ 390831 h 911847"/>
                <a:gd name="connsiteX3" fmla="*/ 9144052 w 9144052"/>
                <a:gd name="connsiteY3" fmla="*/ 537135 h 911847"/>
                <a:gd name="connsiteX4" fmla="*/ 9143150 w 9144052"/>
                <a:gd name="connsiteY4" fmla="*/ 0 h 911847"/>
                <a:gd name="connsiteX5" fmla="*/ 2371 w 9144052"/>
                <a:gd name="connsiteY5" fmla="*/ 1971 h 911847"/>
                <a:gd name="connsiteX0" fmla="*/ 2371 w 9144052"/>
                <a:gd name="connsiteY0" fmla="*/ 1971 h 1193400"/>
                <a:gd name="connsiteX1" fmla="*/ 0 w 9144052"/>
                <a:gd name="connsiteY1" fmla="*/ 911847 h 1193400"/>
                <a:gd name="connsiteX2" fmla="*/ 3361996 w 9144052"/>
                <a:gd name="connsiteY2" fmla="*/ 390831 h 1193400"/>
                <a:gd name="connsiteX3" fmla="*/ 9144052 w 9144052"/>
                <a:gd name="connsiteY3" fmla="*/ 537135 h 1193400"/>
                <a:gd name="connsiteX4" fmla="*/ 9143150 w 9144052"/>
                <a:gd name="connsiteY4" fmla="*/ 0 h 1193400"/>
                <a:gd name="connsiteX5" fmla="*/ 2371 w 9144052"/>
                <a:gd name="connsiteY5" fmla="*/ 1971 h 1193400"/>
                <a:gd name="connsiteX0" fmla="*/ 2371 w 9144052"/>
                <a:gd name="connsiteY0" fmla="*/ 1971 h 1125725"/>
                <a:gd name="connsiteX1" fmla="*/ 0 w 9144052"/>
                <a:gd name="connsiteY1" fmla="*/ 911847 h 1125725"/>
                <a:gd name="connsiteX2" fmla="*/ 3361996 w 9144052"/>
                <a:gd name="connsiteY2" fmla="*/ 390831 h 1125725"/>
                <a:gd name="connsiteX3" fmla="*/ 9144052 w 9144052"/>
                <a:gd name="connsiteY3" fmla="*/ 537135 h 1125725"/>
                <a:gd name="connsiteX4" fmla="*/ 9143150 w 9144052"/>
                <a:gd name="connsiteY4" fmla="*/ 0 h 1125725"/>
                <a:gd name="connsiteX5" fmla="*/ 2371 w 9144052"/>
                <a:gd name="connsiteY5" fmla="*/ 1971 h 1125725"/>
                <a:gd name="connsiteX0" fmla="*/ 2371 w 9144052"/>
                <a:gd name="connsiteY0" fmla="*/ 1971 h 1244834"/>
                <a:gd name="connsiteX1" fmla="*/ 0 w 9144052"/>
                <a:gd name="connsiteY1" fmla="*/ 911847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863120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61996 w 9144052"/>
                <a:gd name="connsiteY2" fmla="*/ 390831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3435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44834"/>
                <a:gd name="connsiteX1" fmla="*/ 0 w 9144052"/>
                <a:gd name="connsiteY1" fmla="*/ 749425 h 1244834"/>
                <a:gd name="connsiteX2" fmla="*/ 3114923 w 9144052"/>
                <a:gd name="connsiteY2" fmla="*/ 315034 h 1244834"/>
                <a:gd name="connsiteX3" fmla="*/ 9144052 w 9144052"/>
                <a:gd name="connsiteY3" fmla="*/ 537135 h 1244834"/>
                <a:gd name="connsiteX4" fmla="*/ 9143150 w 9144052"/>
                <a:gd name="connsiteY4" fmla="*/ 0 h 1244834"/>
                <a:gd name="connsiteX5" fmla="*/ 2371 w 9144052"/>
                <a:gd name="connsiteY5" fmla="*/ 1971 h 1244834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282732"/>
                <a:gd name="connsiteX1" fmla="*/ 0 w 9144052"/>
                <a:gd name="connsiteY1" fmla="*/ 749425 h 1282732"/>
                <a:gd name="connsiteX2" fmla="*/ 3114923 w 9144052"/>
                <a:gd name="connsiteY2" fmla="*/ 315034 h 1282732"/>
                <a:gd name="connsiteX3" fmla="*/ 9144052 w 9144052"/>
                <a:gd name="connsiteY3" fmla="*/ 537135 h 1282732"/>
                <a:gd name="connsiteX4" fmla="*/ 9143150 w 9144052"/>
                <a:gd name="connsiteY4" fmla="*/ 0 h 1282732"/>
                <a:gd name="connsiteX5" fmla="*/ 2371 w 9144052"/>
                <a:gd name="connsiteY5" fmla="*/ 1971 h 1282732"/>
                <a:gd name="connsiteX0" fmla="*/ 2371 w 9144052"/>
                <a:gd name="connsiteY0" fmla="*/ 1971 h 1570664"/>
                <a:gd name="connsiteX1" fmla="*/ 0 w 9144052"/>
                <a:gd name="connsiteY1" fmla="*/ 749425 h 1570664"/>
                <a:gd name="connsiteX2" fmla="*/ 3114923 w 9144052"/>
                <a:gd name="connsiteY2" fmla="*/ 315034 h 1570664"/>
                <a:gd name="connsiteX3" fmla="*/ 9144052 w 9144052"/>
                <a:gd name="connsiteY3" fmla="*/ 825067 h 1570664"/>
                <a:gd name="connsiteX4" fmla="*/ 9143150 w 9144052"/>
                <a:gd name="connsiteY4" fmla="*/ 0 h 1570664"/>
                <a:gd name="connsiteX5" fmla="*/ 2371 w 9144052"/>
                <a:gd name="connsiteY5" fmla="*/ 1971 h 1570664"/>
                <a:gd name="connsiteX0" fmla="*/ 2371 w 9144052"/>
                <a:gd name="connsiteY0" fmla="*/ 1971 h 1986563"/>
                <a:gd name="connsiteX1" fmla="*/ 0 w 9144052"/>
                <a:gd name="connsiteY1" fmla="*/ 749425 h 1986563"/>
                <a:gd name="connsiteX2" fmla="*/ 3114923 w 9144052"/>
                <a:gd name="connsiteY2" fmla="*/ 315034 h 1986563"/>
                <a:gd name="connsiteX3" fmla="*/ 9144052 w 9144052"/>
                <a:gd name="connsiteY3" fmla="*/ 825067 h 1986563"/>
                <a:gd name="connsiteX4" fmla="*/ 9143150 w 9144052"/>
                <a:gd name="connsiteY4" fmla="*/ 0 h 1986563"/>
                <a:gd name="connsiteX5" fmla="*/ 2371 w 9144052"/>
                <a:gd name="connsiteY5" fmla="*/ 1971 h 1986563"/>
                <a:gd name="connsiteX0" fmla="*/ 2371 w 9144052"/>
                <a:gd name="connsiteY0" fmla="*/ 1971 h 1910577"/>
                <a:gd name="connsiteX1" fmla="*/ 0 w 9144052"/>
                <a:gd name="connsiteY1" fmla="*/ 749425 h 1910577"/>
                <a:gd name="connsiteX2" fmla="*/ 3114923 w 9144052"/>
                <a:gd name="connsiteY2" fmla="*/ 315034 h 1910577"/>
                <a:gd name="connsiteX3" fmla="*/ 9144052 w 9144052"/>
                <a:gd name="connsiteY3" fmla="*/ 825067 h 1910577"/>
                <a:gd name="connsiteX4" fmla="*/ 9143150 w 9144052"/>
                <a:gd name="connsiteY4" fmla="*/ 0 h 1910577"/>
                <a:gd name="connsiteX5" fmla="*/ 2371 w 9144052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13342 w 9142471"/>
                <a:gd name="connsiteY2" fmla="*/ 31503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910577"/>
                <a:gd name="connsiteX1" fmla="*/ 4568 w 9142471"/>
                <a:gd name="connsiteY1" fmla="*/ 1141332 h 1910577"/>
                <a:gd name="connsiteX2" fmla="*/ 3162539 w 9142471"/>
                <a:gd name="connsiteY2" fmla="*/ 482994 h 1910577"/>
                <a:gd name="connsiteX3" fmla="*/ 9142471 w 9142471"/>
                <a:gd name="connsiteY3" fmla="*/ 825067 h 1910577"/>
                <a:gd name="connsiteX4" fmla="*/ 9141569 w 9142471"/>
                <a:gd name="connsiteY4" fmla="*/ 0 h 1910577"/>
                <a:gd name="connsiteX5" fmla="*/ 790 w 9142471"/>
                <a:gd name="connsiteY5" fmla="*/ 1971 h 1910577"/>
                <a:gd name="connsiteX0" fmla="*/ 790 w 9142471"/>
                <a:gd name="connsiteY0" fmla="*/ 1971 h 1742614"/>
                <a:gd name="connsiteX1" fmla="*/ 4568 w 9142471"/>
                <a:gd name="connsiteY1" fmla="*/ 1141332 h 1742614"/>
                <a:gd name="connsiteX2" fmla="*/ 3162539 w 9142471"/>
                <a:gd name="connsiteY2" fmla="*/ 482994 h 1742614"/>
                <a:gd name="connsiteX3" fmla="*/ 9142471 w 9142471"/>
                <a:gd name="connsiteY3" fmla="*/ 825067 h 1742614"/>
                <a:gd name="connsiteX4" fmla="*/ 9141569 w 9142471"/>
                <a:gd name="connsiteY4" fmla="*/ 0 h 1742614"/>
                <a:gd name="connsiteX5" fmla="*/ 790 w 9142471"/>
                <a:gd name="connsiteY5" fmla="*/ 1971 h 1742614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850587"/>
                <a:gd name="connsiteX1" fmla="*/ 4568 w 9142471"/>
                <a:gd name="connsiteY1" fmla="*/ 1141332 h 1850587"/>
                <a:gd name="connsiteX2" fmla="*/ 3162539 w 9142471"/>
                <a:gd name="connsiteY2" fmla="*/ 482994 h 1850587"/>
                <a:gd name="connsiteX3" fmla="*/ 9142471 w 9142471"/>
                <a:gd name="connsiteY3" fmla="*/ 825067 h 1850587"/>
                <a:gd name="connsiteX4" fmla="*/ 9141569 w 9142471"/>
                <a:gd name="connsiteY4" fmla="*/ 0 h 1850587"/>
                <a:gd name="connsiteX5" fmla="*/ 790 w 9142471"/>
                <a:gd name="connsiteY5" fmla="*/ 1971 h 1850587"/>
                <a:gd name="connsiteX0" fmla="*/ 790 w 9142471"/>
                <a:gd name="connsiteY0" fmla="*/ 1971 h 1538662"/>
                <a:gd name="connsiteX1" fmla="*/ 4568 w 9142471"/>
                <a:gd name="connsiteY1" fmla="*/ 1141332 h 1538662"/>
                <a:gd name="connsiteX2" fmla="*/ 3162539 w 9142471"/>
                <a:gd name="connsiteY2" fmla="*/ 482994 h 1538662"/>
                <a:gd name="connsiteX3" fmla="*/ 9142471 w 9142471"/>
                <a:gd name="connsiteY3" fmla="*/ 825067 h 1538662"/>
                <a:gd name="connsiteX4" fmla="*/ 9141569 w 9142471"/>
                <a:gd name="connsiteY4" fmla="*/ 0 h 1538662"/>
                <a:gd name="connsiteX5" fmla="*/ 790 w 9142471"/>
                <a:gd name="connsiteY5" fmla="*/ 1971 h 153866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  <a:gd name="connsiteX0" fmla="*/ 790 w 9142471"/>
                <a:gd name="connsiteY0" fmla="*/ 1971 h 1874582"/>
                <a:gd name="connsiteX1" fmla="*/ 4568 w 9142471"/>
                <a:gd name="connsiteY1" fmla="*/ 1141332 h 1874582"/>
                <a:gd name="connsiteX2" fmla="*/ 3162539 w 9142471"/>
                <a:gd name="connsiteY2" fmla="*/ 482994 h 1874582"/>
                <a:gd name="connsiteX3" fmla="*/ 9142471 w 9142471"/>
                <a:gd name="connsiteY3" fmla="*/ 825067 h 1874582"/>
                <a:gd name="connsiteX4" fmla="*/ 9141569 w 9142471"/>
                <a:gd name="connsiteY4" fmla="*/ 0 h 1874582"/>
                <a:gd name="connsiteX5" fmla="*/ 790 w 9142471"/>
                <a:gd name="connsiteY5" fmla="*/ 1971 h 18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2471" h="1874582">
                  <a:moveTo>
                    <a:pt x="790" y="1971"/>
                  </a:moveTo>
                  <a:cubicBezTo>
                    <a:pt x="0" y="305263"/>
                    <a:pt x="5358" y="838040"/>
                    <a:pt x="4568" y="1141332"/>
                  </a:cubicBezTo>
                  <a:cubicBezTo>
                    <a:pt x="419096" y="979788"/>
                    <a:pt x="1492070" y="639683"/>
                    <a:pt x="3162539" y="482994"/>
                  </a:cubicBezTo>
                  <a:cubicBezTo>
                    <a:pt x="4833008" y="326305"/>
                    <a:pt x="7747892" y="1874582"/>
                    <a:pt x="9142471" y="825067"/>
                  </a:cubicBezTo>
                  <a:cubicBezTo>
                    <a:pt x="9142170" y="646022"/>
                    <a:pt x="9141870" y="179045"/>
                    <a:pt x="9141569" y="0"/>
                  </a:cubicBezTo>
                  <a:lnTo>
                    <a:pt x="790" y="19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/>
          <p:cNvSpPr/>
          <p:nvPr/>
        </p:nvSpPr>
        <p:spPr bwMode="gray">
          <a:xfrm>
            <a:off x="6858000" y="3886200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5788152" y="4572000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gray">
          <a:xfrm>
            <a:off x="1216152" y="384048"/>
            <a:ext cx="731520" cy="73152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2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>
            <a:off x="0" y="1"/>
            <a:ext cx="9150620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 bwMode="invGray">
          <a:xfrm>
            <a:off x="-52" y="-1972"/>
            <a:ext cx="9144052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8074152" y="384048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7498080" y="429768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210312" y="210312"/>
            <a:ext cx="832104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57200" y="649224"/>
            <a:ext cx="8229600" cy="9966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288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78AA7B-6D0B-48F5-BBD2-156648A4F29B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10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 bwMode="gray">
          <a:xfrm flipV="1">
            <a:off x="0" y="5590646"/>
            <a:ext cx="9150620" cy="1281822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6108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610884 h 18621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2999284 w 9153196"/>
              <a:gd name="connsiteY2" fmla="*/ 441960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0108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6281980 w 9153196"/>
              <a:gd name="connsiteY3" fmla="*/ 859536 h 1252536"/>
              <a:gd name="connsiteX4" fmla="*/ 9144052 w 9153196"/>
              <a:gd name="connsiteY4" fmla="*/ 877824 h 1252536"/>
              <a:gd name="connsiteX5" fmla="*/ 9153196 w 9153196"/>
              <a:gd name="connsiteY5" fmla="*/ 0 h 1252536"/>
              <a:gd name="connsiteX6" fmla="*/ 52 w 9153196"/>
              <a:gd name="connsiteY6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52536"/>
              <a:gd name="connsiteX1" fmla="*/ 0 w 9153196"/>
              <a:gd name="connsiteY1" fmla="*/ 1252536 h 1252536"/>
              <a:gd name="connsiteX2" fmla="*/ 3620429 w 9153196"/>
              <a:gd name="connsiteY2" fmla="*/ 483524 h 1252536"/>
              <a:gd name="connsiteX3" fmla="*/ 9144052 w 9153196"/>
              <a:gd name="connsiteY3" fmla="*/ 877824 h 1252536"/>
              <a:gd name="connsiteX4" fmla="*/ 9153196 w 9153196"/>
              <a:gd name="connsiteY4" fmla="*/ 0 h 1252536"/>
              <a:gd name="connsiteX5" fmla="*/ 52 w 9153196"/>
              <a:gd name="connsiteY5" fmla="*/ 1284 h 1252536"/>
              <a:gd name="connsiteX0" fmla="*/ 52 w 9153196"/>
              <a:gd name="connsiteY0" fmla="*/ 1284 h 1279374"/>
              <a:gd name="connsiteX1" fmla="*/ 0 w 9153196"/>
              <a:gd name="connsiteY1" fmla="*/ 1252536 h 1279374"/>
              <a:gd name="connsiteX2" fmla="*/ 3620429 w 9153196"/>
              <a:gd name="connsiteY2" fmla="*/ 483524 h 1279374"/>
              <a:gd name="connsiteX3" fmla="*/ 9144052 w 9153196"/>
              <a:gd name="connsiteY3" fmla="*/ 877824 h 1279374"/>
              <a:gd name="connsiteX4" fmla="*/ 9153196 w 9153196"/>
              <a:gd name="connsiteY4" fmla="*/ 0 h 1279374"/>
              <a:gd name="connsiteX5" fmla="*/ 52 w 9153196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0429 w 9150620"/>
              <a:gd name="connsiteY2" fmla="*/ 48352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41211 w 9150620"/>
              <a:gd name="connsiteY2" fmla="*/ 459690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79374"/>
              <a:gd name="connsiteX1" fmla="*/ 0 w 9150620"/>
              <a:gd name="connsiteY1" fmla="*/ 1252536 h 1279374"/>
              <a:gd name="connsiteX2" fmla="*/ 3622738 w 9150620"/>
              <a:gd name="connsiteY2" fmla="*/ 425264 h 1279374"/>
              <a:gd name="connsiteX3" fmla="*/ 9144052 w 9150620"/>
              <a:gd name="connsiteY3" fmla="*/ 877824 h 1279374"/>
              <a:gd name="connsiteX4" fmla="*/ 9150620 w 9150620"/>
              <a:gd name="connsiteY4" fmla="*/ 0 h 1279374"/>
              <a:gd name="connsiteX5" fmla="*/ 52 w 9150620"/>
              <a:gd name="connsiteY5" fmla="*/ 1284 h 1279374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252536"/>
              <a:gd name="connsiteX1" fmla="*/ 0 w 9150620"/>
              <a:gd name="connsiteY1" fmla="*/ 1252536 h 1252536"/>
              <a:gd name="connsiteX2" fmla="*/ 3622738 w 9150620"/>
              <a:gd name="connsiteY2" fmla="*/ 425264 h 1252536"/>
              <a:gd name="connsiteX3" fmla="*/ 9144052 w 9150620"/>
              <a:gd name="connsiteY3" fmla="*/ 877824 h 1252536"/>
              <a:gd name="connsiteX4" fmla="*/ 9150620 w 9150620"/>
              <a:gd name="connsiteY4" fmla="*/ 0 h 1252536"/>
              <a:gd name="connsiteX5" fmla="*/ 52 w 9150620"/>
              <a:gd name="connsiteY5" fmla="*/ 1284 h 1252536"/>
              <a:gd name="connsiteX0" fmla="*/ 52 w 9150620"/>
              <a:gd name="connsiteY0" fmla="*/ 1284 h 1340282"/>
              <a:gd name="connsiteX1" fmla="*/ 0 w 9150620"/>
              <a:gd name="connsiteY1" fmla="*/ 1252536 h 1340282"/>
              <a:gd name="connsiteX2" fmla="*/ 3622738 w 9150620"/>
              <a:gd name="connsiteY2" fmla="*/ 425264 h 1340282"/>
              <a:gd name="connsiteX3" fmla="*/ 9144052 w 9150620"/>
              <a:gd name="connsiteY3" fmla="*/ 877824 h 1340282"/>
              <a:gd name="connsiteX4" fmla="*/ 9150620 w 9150620"/>
              <a:gd name="connsiteY4" fmla="*/ 0 h 1340282"/>
              <a:gd name="connsiteX5" fmla="*/ 52 w 9150620"/>
              <a:gd name="connsiteY5" fmla="*/ 1284 h 1340282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  <a:gd name="connsiteX0" fmla="*/ 52 w 9150620"/>
              <a:gd name="connsiteY0" fmla="*/ 1284 h 1470041"/>
              <a:gd name="connsiteX1" fmla="*/ 0 w 9150620"/>
              <a:gd name="connsiteY1" fmla="*/ 1252536 h 1470041"/>
              <a:gd name="connsiteX2" fmla="*/ 3622738 w 9150620"/>
              <a:gd name="connsiteY2" fmla="*/ 425264 h 1470041"/>
              <a:gd name="connsiteX3" fmla="*/ 9144052 w 9150620"/>
              <a:gd name="connsiteY3" fmla="*/ 877824 h 1470041"/>
              <a:gd name="connsiteX4" fmla="*/ 9150620 w 9150620"/>
              <a:gd name="connsiteY4" fmla="*/ 0 h 1470041"/>
              <a:gd name="connsiteX5" fmla="*/ 52 w 9150620"/>
              <a:gd name="connsiteY5" fmla="*/ 1284 h 147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50620" h="1470041">
                <a:moveTo>
                  <a:pt x="52" y="1284"/>
                </a:moveTo>
                <a:cubicBezTo>
                  <a:pt x="35" y="491948"/>
                  <a:pt x="17" y="761872"/>
                  <a:pt x="0" y="1252536"/>
                </a:cubicBezTo>
                <a:cubicBezTo>
                  <a:pt x="304800" y="1097088"/>
                  <a:pt x="1803165" y="328826"/>
                  <a:pt x="3622738" y="425264"/>
                </a:cubicBezTo>
                <a:cubicBezTo>
                  <a:pt x="5442311" y="521702"/>
                  <a:pt x="6970396" y="1470041"/>
                  <a:pt x="9144052" y="877824"/>
                </a:cubicBezTo>
                <a:cubicBezTo>
                  <a:pt x="9146241" y="585216"/>
                  <a:pt x="9148431" y="292608"/>
                  <a:pt x="9150620" y="0"/>
                </a:cubicBez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 bwMode="invGray">
          <a:xfrm flipV="1">
            <a:off x="-52" y="5780270"/>
            <a:ext cx="9144052" cy="1094171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763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763284 h 1481136"/>
              <a:gd name="connsiteX0" fmla="*/ 52 w 9153196"/>
              <a:gd name="connsiteY0" fmla="*/ 1284 h 719136"/>
              <a:gd name="connsiteX1" fmla="*/ 0 w 9153196"/>
              <a:gd name="connsiteY1" fmla="*/ 719136 h 719136"/>
              <a:gd name="connsiteX2" fmla="*/ 2980996 w 9153196"/>
              <a:gd name="connsiteY2" fmla="*/ 198120 h 719136"/>
              <a:gd name="connsiteX3" fmla="*/ 6739180 w 9153196"/>
              <a:gd name="connsiteY3" fmla="*/ 554736 h 719136"/>
              <a:gd name="connsiteX4" fmla="*/ 9144052 w 9153196"/>
              <a:gd name="connsiteY4" fmla="*/ 344424 h 719136"/>
              <a:gd name="connsiteX5" fmla="*/ 9153196 w 9153196"/>
              <a:gd name="connsiteY5" fmla="*/ 0 h 719136"/>
              <a:gd name="connsiteX6" fmla="*/ 52 w 9153196"/>
              <a:gd name="connsiteY6" fmla="*/ 1284 h 719136"/>
              <a:gd name="connsiteX0" fmla="*/ 17 w 9162305"/>
              <a:gd name="connsiteY0" fmla="*/ 0 h 775764"/>
              <a:gd name="connsiteX1" fmla="*/ 9109 w 9162305"/>
              <a:gd name="connsiteY1" fmla="*/ 775764 h 775764"/>
              <a:gd name="connsiteX2" fmla="*/ 2990105 w 9162305"/>
              <a:gd name="connsiteY2" fmla="*/ 254748 h 775764"/>
              <a:gd name="connsiteX3" fmla="*/ 6748289 w 9162305"/>
              <a:gd name="connsiteY3" fmla="*/ 611364 h 775764"/>
              <a:gd name="connsiteX4" fmla="*/ 9153161 w 9162305"/>
              <a:gd name="connsiteY4" fmla="*/ 401052 h 775764"/>
              <a:gd name="connsiteX5" fmla="*/ 9162305 w 9162305"/>
              <a:gd name="connsiteY5" fmla="*/ 56628 h 775764"/>
              <a:gd name="connsiteX6" fmla="*/ 17 w 9162305"/>
              <a:gd name="connsiteY6" fmla="*/ 0 h 775764"/>
              <a:gd name="connsiteX0" fmla="*/ 17 w 9162305"/>
              <a:gd name="connsiteY0" fmla="*/ 0 h 821484"/>
              <a:gd name="connsiteX1" fmla="*/ 9109 w 9162305"/>
              <a:gd name="connsiteY1" fmla="*/ 821484 h 821484"/>
              <a:gd name="connsiteX2" fmla="*/ 2990105 w 9162305"/>
              <a:gd name="connsiteY2" fmla="*/ 300468 h 821484"/>
              <a:gd name="connsiteX3" fmla="*/ 6748289 w 9162305"/>
              <a:gd name="connsiteY3" fmla="*/ 657084 h 821484"/>
              <a:gd name="connsiteX4" fmla="*/ 9153161 w 9162305"/>
              <a:gd name="connsiteY4" fmla="*/ 446772 h 821484"/>
              <a:gd name="connsiteX5" fmla="*/ 9162305 w 9162305"/>
              <a:gd name="connsiteY5" fmla="*/ 102348 h 821484"/>
              <a:gd name="connsiteX6" fmla="*/ 17 w 9162305"/>
              <a:gd name="connsiteY6" fmla="*/ 0 h 821484"/>
              <a:gd name="connsiteX0" fmla="*/ 17 w 9162305"/>
              <a:gd name="connsiteY0" fmla="*/ 0 h 848916"/>
              <a:gd name="connsiteX1" fmla="*/ 9109 w 9162305"/>
              <a:gd name="connsiteY1" fmla="*/ 848916 h 848916"/>
              <a:gd name="connsiteX2" fmla="*/ 2990105 w 9162305"/>
              <a:gd name="connsiteY2" fmla="*/ 327900 h 848916"/>
              <a:gd name="connsiteX3" fmla="*/ 6748289 w 9162305"/>
              <a:gd name="connsiteY3" fmla="*/ 684516 h 848916"/>
              <a:gd name="connsiteX4" fmla="*/ 9153161 w 9162305"/>
              <a:gd name="connsiteY4" fmla="*/ 474204 h 848916"/>
              <a:gd name="connsiteX5" fmla="*/ 9162305 w 9162305"/>
              <a:gd name="connsiteY5" fmla="*/ 129780 h 848916"/>
              <a:gd name="connsiteX6" fmla="*/ 17 w 9162305"/>
              <a:gd name="connsiteY6" fmla="*/ 0 h 848916"/>
              <a:gd name="connsiteX0" fmla="*/ 17 w 9171449"/>
              <a:gd name="connsiteY0" fmla="*/ 0 h 864156"/>
              <a:gd name="connsiteX1" fmla="*/ 18253 w 9171449"/>
              <a:gd name="connsiteY1" fmla="*/ 864156 h 864156"/>
              <a:gd name="connsiteX2" fmla="*/ 2999249 w 9171449"/>
              <a:gd name="connsiteY2" fmla="*/ 343140 h 864156"/>
              <a:gd name="connsiteX3" fmla="*/ 6757433 w 9171449"/>
              <a:gd name="connsiteY3" fmla="*/ 699756 h 864156"/>
              <a:gd name="connsiteX4" fmla="*/ 9162305 w 9171449"/>
              <a:gd name="connsiteY4" fmla="*/ 489444 h 864156"/>
              <a:gd name="connsiteX5" fmla="*/ 9171449 w 9171449"/>
              <a:gd name="connsiteY5" fmla="*/ 145020 h 864156"/>
              <a:gd name="connsiteX6" fmla="*/ 17 w 9171449"/>
              <a:gd name="connsiteY6" fmla="*/ 0 h 864156"/>
              <a:gd name="connsiteX0" fmla="*/ 17 w 9189737"/>
              <a:gd name="connsiteY0" fmla="*/ 0 h 952548"/>
              <a:gd name="connsiteX1" fmla="*/ 36541 w 9189737"/>
              <a:gd name="connsiteY1" fmla="*/ 952548 h 952548"/>
              <a:gd name="connsiteX2" fmla="*/ 3017537 w 9189737"/>
              <a:gd name="connsiteY2" fmla="*/ 431532 h 952548"/>
              <a:gd name="connsiteX3" fmla="*/ 6775721 w 9189737"/>
              <a:gd name="connsiteY3" fmla="*/ 788148 h 952548"/>
              <a:gd name="connsiteX4" fmla="*/ 9180593 w 9189737"/>
              <a:gd name="connsiteY4" fmla="*/ 577836 h 952548"/>
              <a:gd name="connsiteX5" fmla="*/ 9189737 w 9189737"/>
              <a:gd name="connsiteY5" fmla="*/ 233412 h 952548"/>
              <a:gd name="connsiteX6" fmla="*/ 17 w 9189737"/>
              <a:gd name="connsiteY6" fmla="*/ 0 h 952548"/>
              <a:gd name="connsiteX0" fmla="*/ 17 w 9171449"/>
              <a:gd name="connsiteY0" fmla="*/ 0 h 909876"/>
              <a:gd name="connsiteX1" fmla="*/ 18253 w 9171449"/>
              <a:gd name="connsiteY1" fmla="*/ 909876 h 909876"/>
              <a:gd name="connsiteX2" fmla="*/ 2999249 w 9171449"/>
              <a:gd name="connsiteY2" fmla="*/ 388860 h 909876"/>
              <a:gd name="connsiteX3" fmla="*/ 6757433 w 9171449"/>
              <a:gd name="connsiteY3" fmla="*/ 745476 h 909876"/>
              <a:gd name="connsiteX4" fmla="*/ 9162305 w 9171449"/>
              <a:gd name="connsiteY4" fmla="*/ 535164 h 909876"/>
              <a:gd name="connsiteX5" fmla="*/ 9171449 w 9171449"/>
              <a:gd name="connsiteY5" fmla="*/ 190740 h 909876"/>
              <a:gd name="connsiteX6" fmla="*/ 17 w 9171449"/>
              <a:gd name="connsiteY6" fmla="*/ 0 h 909876"/>
              <a:gd name="connsiteX0" fmla="*/ 17 w 9180593"/>
              <a:gd name="connsiteY0" fmla="*/ 13476 h 923352"/>
              <a:gd name="connsiteX1" fmla="*/ 18253 w 9180593"/>
              <a:gd name="connsiteY1" fmla="*/ 923352 h 923352"/>
              <a:gd name="connsiteX2" fmla="*/ 2999249 w 9180593"/>
              <a:gd name="connsiteY2" fmla="*/ 402336 h 923352"/>
              <a:gd name="connsiteX3" fmla="*/ 6757433 w 9180593"/>
              <a:gd name="connsiteY3" fmla="*/ 758952 h 923352"/>
              <a:gd name="connsiteX4" fmla="*/ 9162305 w 9180593"/>
              <a:gd name="connsiteY4" fmla="*/ 548640 h 923352"/>
              <a:gd name="connsiteX5" fmla="*/ 9180593 w 9180593"/>
              <a:gd name="connsiteY5" fmla="*/ 0 h 923352"/>
              <a:gd name="connsiteX6" fmla="*/ 17 w 9180593"/>
              <a:gd name="connsiteY6" fmla="*/ 13476 h 923352"/>
              <a:gd name="connsiteX0" fmla="*/ 17 w 9189737"/>
              <a:gd name="connsiteY0" fmla="*/ 0 h 909876"/>
              <a:gd name="connsiteX1" fmla="*/ 18253 w 9189737"/>
              <a:gd name="connsiteY1" fmla="*/ 909876 h 909876"/>
              <a:gd name="connsiteX2" fmla="*/ 2999249 w 9189737"/>
              <a:gd name="connsiteY2" fmla="*/ 388860 h 909876"/>
              <a:gd name="connsiteX3" fmla="*/ 6757433 w 9189737"/>
              <a:gd name="connsiteY3" fmla="*/ 745476 h 909876"/>
              <a:gd name="connsiteX4" fmla="*/ 9162305 w 9189737"/>
              <a:gd name="connsiteY4" fmla="*/ 535164 h 909876"/>
              <a:gd name="connsiteX5" fmla="*/ 9189737 w 9189737"/>
              <a:gd name="connsiteY5" fmla="*/ 10908 h 909876"/>
              <a:gd name="connsiteX6" fmla="*/ 17 w 9189737"/>
              <a:gd name="connsiteY6" fmla="*/ 0 h 909876"/>
              <a:gd name="connsiteX0" fmla="*/ 0 w 9189720"/>
              <a:gd name="connsiteY0" fmla="*/ 0 h 909876"/>
              <a:gd name="connsiteX1" fmla="*/ 18236 w 9189720"/>
              <a:gd name="connsiteY1" fmla="*/ 909876 h 909876"/>
              <a:gd name="connsiteX2" fmla="*/ 2999232 w 9189720"/>
              <a:gd name="connsiteY2" fmla="*/ 388860 h 909876"/>
              <a:gd name="connsiteX3" fmla="*/ 6757416 w 9189720"/>
              <a:gd name="connsiteY3" fmla="*/ 745476 h 909876"/>
              <a:gd name="connsiteX4" fmla="*/ 9162288 w 9189720"/>
              <a:gd name="connsiteY4" fmla="*/ 535164 h 909876"/>
              <a:gd name="connsiteX5" fmla="*/ 9189720 w 9189720"/>
              <a:gd name="connsiteY5" fmla="*/ 10908 h 909876"/>
              <a:gd name="connsiteX6" fmla="*/ 0 w 9189720"/>
              <a:gd name="connsiteY6" fmla="*/ 0 h 909876"/>
              <a:gd name="connsiteX0" fmla="*/ 0 w 9162288"/>
              <a:gd name="connsiteY0" fmla="*/ 1971 h 911847"/>
              <a:gd name="connsiteX1" fmla="*/ 18236 w 9162288"/>
              <a:gd name="connsiteY1" fmla="*/ 911847 h 911847"/>
              <a:gd name="connsiteX2" fmla="*/ 2999232 w 9162288"/>
              <a:gd name="connsiteY2" fmla="*/ 390831 h 911847"/>
              <a:gd name="connsiteX3" fmla="*/ 6757416 w 9162288"/>
              <a:gd name="connsiteY3" fmla="*/ 747447 h 911847"/>
              <a:gd name="connsiteX4" fmla="*/ 9162288 w 9162288"/>
              <a:gd name="connsiteY4" fmla="*/ 537135 h 911847"/>
              <a:gd name="connsiteX5" fmla="*/ 9161386 w 9162288"/>
              <a:gd name="connsiteY5" fmla="*/ 0 h 911847"/>
              <a:gd name="connsiteX6" fmla="*/ 0 w 9162288"/>
              <a:gd name="connsiteY6" fmla="*/ 1971 h 911847"/>
              <a:gd name="connsiteX0" fmla="*/ 20401 w 9144052"/>
              <a:gd name="connsiteY0" fmla="*/ 32880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0401 w 9144052"/>
              <a:gd name="connsiteY6" fmla="*/ 32880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6739180 w 9144052"/>
              <a:gd name="connsiteY3" fmla="*/ 747447 h 911847"/>
              <a:gd name="connsiteX4" fmla="*/ 9144052 w 9144052"/>
              <a:gd name="connsiteY4" fmla="*/ 537135 h 911847"/>
              <a:gd name="connsiteX5" fmla="*/ 9143150 w 9144052"/>
              <a:gd name="connsiteY5" fmla="*/ 0 h 911847"/>
              <a:gd name="connsiteX6" fmla="*/ 2371 w 9144052"/>
              <a:gd name="connsiteY6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2980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911847"/>
              <a:gd name="connsiteX1" fmla="*/ 0 w 9144052"/>
              <a:gd name="connsiteY1" fmla="*/ 911847 h 911847"/>
              <a:gd name="connsiteX2" fmla="*/ 3361996 w 9144052"/>
              <a:gd name="connsiteY2" fmla="*/ 390831 h 911847"/>
              <a:gd name="connsiteX3" fmla="*/ 9144052 w 9144052"/>
              <a:gd name="connsiteY3" fmla="*/ 537135 h 911847"/>
              <a:gd name="connsiteX4" fmla="*/ 9143150 w 9144052"/>
              <a:gd name="connsiteY4" fmla="*/ 0 h 911847"/>
              <a:gd name="connsiteX5" fmla="*/ 2371 w 9144052"/>
              <a:gd name="connsiteY5" fmla="*/ 1971 h 911847"/>
              <a:gd name="connsiteX0" fmla="*/ 2371 w 9144052"/>
              <a:gd name="connsiteY0" fmla="*/ 1971 h 1193400"/>
              <a:gd name="connsiteX1" fmla="*/ 0 w 9144052"/>
              <a:gd name="connsiteY1" fmla="*/ 911847 h 1193400"/>
              <a:gd name="connsiteX2" fmla="*/ 3361996 w 9144052"/>
              <a:gd name="connsiteY2" fmla="*/ 390831 h 1193400"/>
              <a:gd name="connsiteX3" fmla="*/ 9144052 w 9144052"/>
              <a:gd name="connsiteY3" fmla="*/ 537135 h 1193400"/>
              <a:gd name="connsiteX4" fmla="*/ 9143150 w 9144052"/>
              <a:gd name="connsiteY4" fmla="*/ 0 h 1193400"/>
              <a:gd name="connsiteX5" fmla="*/ 2371 w 9144052"/>
              <a:gd name="connsiteY5" fmla="*/ 1971 h 1193400"/>
              <a:gd name="connsiteX0" fmla="*/ 2371 w 9144052"/>
              <a:gd name="connsiteY0" fmla="*/ 1971 h 1125725"/>
              <a:gd name="connsiteX1" fmla="*/ 0 w 9144052"/>
              <a:gd name="connsiteY1" fmla="*/ 911847 h 1125725"/>
              <a:gd name="connsiteX2" fmla="*/ 3361996 w 9144052"/>
              <a:gd name="connsiteY2" fmla="*/ 390831 h 1125725"/>
              <a:gd name="connsiteX3" fmla="*/ 9144052 w 9144052"/>
              <a:gd name="connsiteY3" fmla="*/ 537135 h 1125725"/>
              <a:gd name="connsiteX4" fmla="*/ 9143150 w 9144052"/>
              <a:gd name="connsiteY4" fmla="*/ 0 h 1125725"/>
              <a:gd name="connsiteX5" fmla="*/ 2371 w 9144052"/>
              <a:gd name="connsiteY5" fmla="*/ 1971 h 1125725"/>
              <a:gd name="connsiteX0" fmla="*/ 2371 w 9144052"/>
              <a:gd name="connsiteY0" fmla="*/ 1971 h 1244834"/>
              <a:gd name="connsiteX1" fmla="*/ 0 w 9144052"/>
              <a:gd name="connsiteY1" fmla="*/ 911847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863120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61996 w 9144052"/>
              <a:gd name="connsiteY2" fmla="*/ 390831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3435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44834"/>
              <a:gd name="connsiteX1" fmla="*/ 0 w 9144052"/>
              <a:gd name="connsiteY1" fmla="*/ 749425 h 1244834"/>
              <a:gd name="connsiteX2" fmla="*/ 3114923 w 9144052"/>
              <a:gd name="connsiteY2" fmla="*/ 315034 h 1244834"/>
              <a:gd name="connsiteX3" fmla="*/ 9144052 w 9144052"/>
              <a:gd name="connsiteY3" fmla="*/ 537135 h 1244834"/>
              <a:gd name="connsiteX4" fmla="*/ 9143150 w 9144052"/>
              <a:gd name="connsiteY4" fmla="*/ 0 h 1244834"/>
              <a:gd name="connsiteX5" fmla="*/ 2371 w 9144052"/>
              <a:gd name="connsiteY5" fmla="*/ 1971 h 1244834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  <a:gd name="connsiteX0" fmla="*/ 2371 w 9144052"/>
              <a:gd name="connsiteY0" fmla="*/ 1971 h 1282732"/>
              <a:gd name="connsiteX1" fmla="*/ 0 w 9144052"/>
              <a:gd name="connsiteY1" fmla="*/ 749425 h 1282732"/>
              <a:gd name="connsiteX2" fmla="*/ 3114923 w 9144052"/>
              <a:gd name="connsiteY2" fmla="*/ 315034 h 1282732"/>
              <a:gd name="connsiteX3" fmla="*/ 9144052 w 9144052"/>
              <a:gd name="connsiteY3" fmla="*/ 537135 h 1282732"/>
              <a:gd name="connsiteX4" fmla="*/ 9143150 w 9144052"/>
              <a:gd name="connsiteY4" fmla="*/ 0 h 1282732"/>
              <a:gd name="connsiteX5" fmla="*/ 2371 w 9144052"/>
              <a:gd name="connsiteY5" fmla="*/ 1971 h 12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52" h="1282732">
                <a:moveTo>
                  <a:pt x="2371" y="1971"/>
                </a:moveTo>
                <a:cubicBezTo>
                  <a:pt x="1581" y="305263"/>
                  <a:pt x="790" y="446133"/>
                  <a:pt x="0" y="749425"/>
                </a:cubicBezTo>
                <a:cubicBezTo>
                  <a:pt x="414528" y="587881"/>
                  <a:pt x="1394642" y="355830"/>
                  <a:pt x="3114923" y="315034"/>
                </a:cubicBezTo>
                <a:cubicBezTo>
                  <a:pt x="4835204" y="274238"/>
                  <a:pt x="7500499" y="1282732"/>
                  <a:pt x="9144052" y="537135"/>
                </a:cubicBezTo>
                <a:cubicBezTo>
                  <a:pt x="9143751" y="358090"/>
                  <a:pt x="9143451" y="179045"/>
                  <a:pt x="9143150" y="0"/>
                </a:cubicBezTo>
                <a:lnTo>
                  <a:pt x="2371" y="1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8147304" y="5641848"/>
            <a:ext cx="758952" cy="75895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90000"/>
                </a:schemeClr>
              </a:gs>
              <a:gs pos="76000">
                <a:schemeClr val="accent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8641080" y="5212080"/>
            <a:ext cx="384048" cy="384048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  <a:alpha val="90000"/>
                </a:schemeClr>
              </a:gs>
              <a:gs pos="76000">
                <a:schemeClr val="accent4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283464" y="5641848"/>
            <a:ext cx="832104" cy="832104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alpha val="5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6931152" y="274638"/>
            <a:ext cx="1755648" cy="5669280"/>
          </a:xfrm>
        </p:spPr>
        <p:txBody>
          <a:bodyPr vert="eaVert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27648" cy="56967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61F50FA-B910-41F0-9007-76B8A194495B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325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4613" cy="47815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7815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053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7912948-A388-4440-AA7A-ADF455349DD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3379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DD98886-979C-4826-8809-BCF08B6FF41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564060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4A323C9-5CD4-40BE-B194-46FF105FE0E2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52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904AED38-49D9-4C23-9D13-132B960C18AE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2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520AA52B-DDF0-4116-BC20-BB2599203C3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26003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5F2C16B-C8E6-4697-AE29-D4142E622319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59485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845B046-F723-44FB-875B-FA1765E61F16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1520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E5F3EF-AEC9-4DA1-B743-6807B4EEF998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53755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41441C55-709E-414D-AED6-4B6DA8AC4D43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0843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78AA7B-6D0B-48F5-BBD2-156648A4F29B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7622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061F50FA-B910-41F0-9007-76B8A194495B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2849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4613" cy="47815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6200" cy="47815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3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gray">
          <a:xfrm>
            <a:off x="0" y="0"/>
            <a:ext cx="9153196" cy="1862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80996 w 9153196"/>
              <a:gd name="connsiteY2" fmla="*/ 96012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106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739180 w 9153196"/>
              <a:gd name="connsiteY3" fmla="*/ 13167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  <a:gd name="connsiteX0" fmla="*/ 52 w 9153196"/>
              <a:gd name="connsiteY0" fmla="*/ 1284 h 1862136"/>
              <a:gd name="connsiteX1" fmla="*/ 0 w 9153196"/>
              <a:gd name="connsiteY1" fmla="*/ 1862136 h 1862136"/>
              <a:gd name="connsiteX2" fmla="*/ 2999284 w 9153196"/>
              <a:gd name="connsiteY2" fmla="*/ 1051560 h 1862136"/>
              <a:gd name="connsiteX3" fmla="*/ 6281980 w 9153196"/>
              <a:gd name="connsiteY3" fmla="*/ 1469136 h 1862136"/>
              <a:gd name="connsiteX4" fmla="*/ 9144052 w 9153196"/>
              <a:gd name="connsiteY4" fmla="*/ 1487424 h 1862136"/>
              <a:gd name="connsiteX5" fmla="*/ 9153196 w 9153196"/>
              <a:gd name="connsiteY5" fmla="*/ 0 h 1862136"/>
              <a:gd name="connsiteX6" fmla="*/ 52 w 9153196"/>
              <a:gd name="connsiteY6" fmla="*/ 1284 h 186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862136">
                <a:moveTo>
                  <a:pt x="52" y="1284"/>
                </a:moveTo>
                <a:cubicBezTo>
                  <a:pt x="35" y="491948"/>
                  <a:pt x="17" y="1371472"/>
                  <a:pt x="0" y="1862136"/>
                </a:cubicBezTo>
                <a:cubicBezTo>
                  <a:pt x="304800" y="1706688"/>
                  <a:pt x="1952287" y="1117060"/>
                  <a:pt x="2999284" y="1051560"/>
                </a:cubicBezTo>
                <a:cubicBezTo>
                  <a:pt x="4046281" y="986060"/>
                  <a:pt x="5541316" y="1353820"/>
                  <a:pt x="6281980" y="1469136"/>
                </a:cubicBezTo>
                <a:cubicBezTo>
                  <a:pt x="7022644" y="1584452"/>
                  <a:pt x="8247940" y="1834896"/>
                  <a:pt x="9144052" y="1487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 bwMode="invGray">
          <a:xfrm>
            <a:off x="-52" y="0"/>
            <a:ext cx="9153196" cy="1481136"/>
          </a:xfrm>
          <a:custGeom>
            <a:avLst/>
            <a:gdLst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630680"/>
              <a:gd name="connsiteX1" fmla="*/ 18288 w 9153144"/>
              <a:gd name="connsiteY1" fmla="*/ 1472184 h 1630680"/>
              <a:gd name="connsiteX2" fmla="*/ 2980944 w 9153144"/>
              <a:gd name="connsiteY2" fmla="*/ 960120 h 1630680"/>
              <a:gd name="connsiteX3" fmla="*/ 7114032 w 9153144"/>
              <a:gd name="connsiteY3" fmla="*/ 1353312 h 1630680"/>
              <a:gd name="connsiteX4" fmla="*/ 9144000 w 9153144"/>
              <a:gd name="connsiteY4" fmla="*/ 1106424 h 1630680"/>
              <a:gd name="connsiteX5" fmla="*/ 9153144 w 9153144"/>
              <a:gd name="connsiteY5" fmla="*/ 0 h 1630680"/>
              <a:gd name="connsiteX6" fmla="*/ 0 w 9153144"/>
              <a:gd name="connsiteY6" fmla="*/ 9144 h 1630680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7114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3032 w 9153144"/>
              <a:gd name="connsiteY3" fmla="*/ 1353312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0 w 9153144"/>
              <a:gd name="connsiteY0" fmla="*/ 9144 h 1472184"/>
              <a:gd name="connsiteX1" fmla="*/ 18288 w 9153144"/>
              <a:gd name="connsiteY1" fmla="*/ 1472184 h 1472184"/>
              <a:gd name="connsiteX2" fmla="*/ 2980944 w 9153144"/>
              <a:gd name="connsiteY2" fmla="*/ 960120 h 1472184"/>
              <a:gd name="connsiteX3" fmla="*/ 6739128 w 9153144"/>
              <a:gd name="connsiteY3" fmla="*/ 1316736 h 1472184"/>
              <a:gd name="connsiteX4" fmla="*/ 9144000 w 9153144"/>
              <a:gd name="connsiteY4" fmla="*/ 1106424 h 1472184"/>
              <a:gd name="connsiteX5" fmla="*/ 9153144 w 9153144"/>
              <a:gd name="connsiteY5" fmla="*/ 0 h 1472184"/>
              <a:gd name="connsiteX6" fmla="*/ 0 w 9153144"/>
              <a:gd name="connsiteY6" fmla="*/ 9144 h 1472184"/>
              <a:gd name="connsiteX0" fmla="*/ 52 w 9153196"/>
              <a:gd name="connsiteY0" fmla="*/ 914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9144 h 1481136"/>
              <a:gd name="connsiteX0" fmla="*/ 52 w 9153196"/>
              <a:gd name="connsiteY0" fmla="*/ 1284 h 1481136"/>
              <a:gd name="connsiteX1" fmla="*/ 0 w 9153196"/>
              <a:gd name="connsiteY1" fmla="*/ 1481136 h 1481136"/>
              <a:gd name="connsiteX2" fmla="*/ 2980996 w 9153196"/>
              <a:gd name="connsiteY2" fmla="*/ 960120 h 1481136"/>
              <a:gd name="connsiteX3" fmla="*/ 6739180 w 9153196"/>
              <a:gd name="connsiteY3" fmla="*/ 1316736 h 1481136"/>
              <a:gd name="connsiteX4" fmla="*/ 9144052 w 9153196"/>
              <a:gd name="connsiteY4" fmla="*/ 1106424 h 1481136"/>
              <a:gd name="connsiteX5" fmla="*/ 9153196 w 9153196"/>
              <a:gd name="connsiteY5" fmla="*/ 0 h 1481136"/>
              <a:gd name="connsiteX6" fmla="*/ 52 w 9153196"/>
              <a:gd name="connsiteY6" fmla="*/ 1284 h 148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196" h="1481136">
                <a:moveTo>
                  <a:pt x="52" y="1284"/>
                </a:moveTo>
                <a:cubicBezTo>
                  <a:pt x="35" y="491948"/>
                  <a:pt x="17" y="990472"/>
                  <a:pt x="0" y="1481136"/>
                </a:cubicBezTo>
                <a:cubicBezTo>
                  <a:pt x="414528" y="1319592"/>
                  <a:pt x="1857799" y="987520"/>
                  <a:pt x="2980996" y="960120"/>
                </a:cubicBezTo>
                <a:cubicBezTo>
                  <a:pt x="4104193" y="932720"/>
                  <a:pt x="6019852" y="1271016"/>
                  <a:pt x="6739180" y="1316736"/>
                </a:cubicBezTo>
                <a:cubicBezTo>
                  <a:pt x="7458508" y="1362456"/>
                  <a:pt x="8247940" y="1453896"/>
                  <a:pt x="9144052" y="1106424"/>
                </a:cubicBezTo>
                <a:lnTo>
                  <a:pt x="9153196" y="0"/>
                </a:lnTo>
                <a:lnTo>
                  <a:pt x="52" y="128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69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11B2AAEE-0ECC-4F9E-94C1-A5210D63F3AE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37960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37960"/>
            <a:ext cx="2133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DE7D8C-454A-43DC-8947-7671D5C99DA0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 bwMode="gray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7" t="7674" r="13051" b="25082"/>
          <a:stretch>
            <a:fillRect/>
          </a:stretch>
        </p:blipFill>
        <p:spPr bwMode="auto">
          <a:xfrm>
            <a:off x="238125" y="187325"/>
            <a:ext cx="51435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611188" y="6538913"/>
            <a:ext cx="1988045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로 쉽게 풀어쓴 자료구조</a:t>
            </a:r>
          </a:p>
        </p:txBody>
      </p:sp>
      <p:sp>
        <p:nvSpPr>
          <p:cNvPr id="12" name="Text Box 15"/>
          <p:cNvSpPr txBox="1">
            <a:spLocks noChangeArrowheads="1"/>
          </p:cNvSpPr>
          <p:nvPr userDrawn="1"/>
        </p:nvSpPr>
        <p:spPr bwMode="auto">
          <a:xfrm>
            <a:off x="3590925" y="6535738"/>
            <a:ext cx="15811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© 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생능출판사 </a:t>
            </a: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2011</a:t>
            </a:r>
          </a:p>
        </p:txBody>
      </p:sp>
      <p:pic>
        <p:nvPicPr>
          <p:cNvPr id="13" name="Picture 22" descr="MCj03433610000[1]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676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xStyles>
    <p:titleStyle>
      <a:lvl1pPr algn="ctr" defTabSz="914400" rtl="0" eaLnBrk="1" latinLnBrk="1" hangingPunct="1">
        <a:spcBef>
          <a:spcPct val="0"/>
        </a:spcBef>
        <a:buNone/>
        <a:defRPr lang="en-US" sz="3600" b="1" kern="1200" smtClean="0">
          <a:solidFill>
            <a:schemeClr val="bg1"/>
          </a:solidFill>
          <a:latin typeface="MD개성체" panose="02020603020101020101" pitchFamily="18" charset="-127"/>
          <a:ea typeface="MD개성체" panose="02020603020101020101" pitchFamily="18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5"/>
        </a:buClr>
        <a:buSzPct val="85000"/>
        <a:buFont typeface="Wingdings" pitchFamily="2" charset="2"/>
        <a:buChar char="¢"/>
        <a:defRPr lang="en-US" sz="3200" kern="1200" smtClean="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4"/>
        </a:buClr>
        <a:buSzPct val="85000"/>
        <a:buFont typeface="Wingdings" pitchFamily="2" charset="2"/>
        <a:buChar char="¤"/>
        <a:defRPr lang="en-US" sz="2800" kern="1200" smtClean="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85000"/>
        <a:buFont typeface="Wingdings" pitchFamily="2" charset="2"/>
        <a:buChar char="¤"/>
        <a:defRPr lang="en-US" sz="2400" kern="1200" smtClean="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2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/>
        </a:buClr>
        <a:buSzPct val="85000"/>
        <a:buFont typeface="Wingdings" pitchFamily="2" charset="2"/>
        <a:buChar char="¤"/>
        <a:defRPr lang="en-US" sz="2000" kern="1200" smtClean="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0DE7D8C-454A-43DC-8947-7671D5C99DA0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7" t="7674" r="13051" b="25082"/>
          <a:stretch>
            <a:fillRect/>
          </a:stretch>
        </p:blipFill>
        <p:spPr bwMode="auto">
          <a:xfrm>
            <a:off x="238125" y="187325"/>
            <a:ext cx="51435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11188" y="6538913"/>
            <a:ext cx="1988045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로 쉽게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풀어쓴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자료구조</a:t>
            </a:r>
            <a:endParaRPr lang="ko-KR" altLang="en-US" sz="1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590925" y="6535738"/>
            <a:ext cx="1529586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©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생능출판사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2019</a:t>
            </a:r>
          </a:p>
        </p:txBody>
      </p:sp>
      <p:pic>
        <p:nvPicPr>
          <p:cNvPr id="15" name="Picture 22" descr="MCj03433610000[1]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14"/>
          <p:cNvSpPr txBox="1">
            <a:spLocks noChangeArrowheads="1"/>
          </p:cNvSpPr>
          <p:nvPr userDrawn="1"/>
        </p:nvSpPr>
        <p:spPr bwMode="auto">
          <a:xfrm>
            <a:off x="611188" y="6538913"/>
            <a:ext cx="1988045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로 쉽게 풀어쓴 자료구조</a:t>
            </a: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3590925" y="6535738"/>
            <a:ext cx="15811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© 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생능출판사 </a:t>
            </a: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2011</a:t>
            </a:r>
          </a:p>
        </p:txBody>
      </p:sp>
      <p:pic>
        <p:nvPicPr>
          <p:cNvPr id="18" name="Picture 22" descr="MCj03433610000[1]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224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장 배열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구조체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포인터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0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배열이란</a:t>
            </a:r>
            <a:r>
              <a:rPr lang="en-US" altLang="ko-KR" smtClean="0"/>
              <a:t>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같은 형의 변수를 여러 개 만드는 경우에 사용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/>
              <a:t>list1, list2, list3, list4, list5, list6;</a:t>
            </a:r>
            <a:r>
              <a:rPr lang="en-US" altLang="ko-KR" dirty="0" smtClean="0"/>
              <a:t>	</a:t>
            </a:r>
            <a:r>
              <a:rPr lang="en-US" altLang="ko-KR" dirty="0" smtClean="0">
                <a:sym typeface="Wingdings" pitchFamily="2" charset="2"/>
              </a:rPr>
              <a:t>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/>
              <a:t>list[6];</a:t>
            </a:r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eaLnBrk="1" hangingPunct="1"/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90" y="2843935"/>
            <a:ext cx="4391025" cy="1552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배열 </a:t>
            </a:r>
            <a:r>
              <a:rPr lang="en-US" altLang="ko-KR" smtClean="0"/>
              <a:t>ADT</a:t>
            </a:r>
          </a:p>
        </p:txBody>
      </p:sp>
      <p:pic>
        <p:nvPicPr>
          <p:cNvPr id="2" name="내용 개체 틀 1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832416"/>
            <a:ext cx="8153400" cy="2064937"/>
          </a:xfrm>
          <a:prstGeom prst="rect">
            <a:avLst/>
          </a:prstGeom>
        </p:spPr>
      </p:pic>
      <p:pic>
        <p:nvPicPr>
          <p:cNvPr id="10245" name="Picture 9" descr="MCj0233080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0" b="37477"/>
          <a:stretch>
            <a:fillRect/>
          </a:stretch>
        </p:blipFill>
        <p:spPr bwMode="auto">
          <a:xfrm>
            <a:off x="3536950" y="4554538"/>
            <a:ext cx="1716088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Line 10"/>
          <p:cNvSpPr>
            <a:spLocks noChangeShapeType="1"/>
          </p:cNvSpPr>
          <p:nvPr/>
        </p:nvSpPr>
        <p:spPr bwMode="auto">
          <a:xfrm flipV="1">
            <a:off x="4346575" y="5678488"/>
            <a:ext cx="1081088" cy="6762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7" name="Line 11"/>
          <p:cNvSpPr>
            <a:spLocks noChangeShapeType="1"/>
          </p:cNvSpPr>
          <p:nvPr/>
        </p:nvSpPr>
        <p:spPr bwMode="auto">
          <a:xfrm flipH="1">
            <a:off x="4392613" y="5364163"/>
            <a:ext cx="1035050" cy="6302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8" name="Text Box 12"/>
          <p:cNvSpPr txBox="1">
            <a:spLocks noChangeArrowheads="1"/>
          </p:cNvSpPr>
          <p:nvPr/>
        </p:nvSpPr>
        <p:spPr bwMode="auto">
          <a:xfrm>
            <a:off x="3702050" y="6227763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/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인덱스</a:t>
            </a:r>
          </a:p>
        </p:txBody>
      </p:sp>
      <p:sp>
        <p:nvSpPr>
          <p:cNvPr id="10249" name="Text Box 13"/>
          <p:cNvSpPr txBox="1">
            <a:spLocks noChangeArrowheads="1"/>
          </p:cNvSpPr>
          <p:nvPr/>
        </p:nvSpPr>
        <p:spPr bwMode="auto">
          <a:xfrm>
            <a:off x="5337175" y="5094288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/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요소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1</a:t>
            </a:r>
            <a:r>
              <a:rPr lang="ko-KR" altLang="en-US" smtClean="0"/>
              <a:t>차원 배열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853825"/>
            <a:ext cx="8153400" cy="1015663"/>
          </a:xfr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indent="0"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2000" dirty="0" err="1">
                <a:latin typeface="+mn-lt"/>
                <a:ea typeface="+mj-ea"/>
                <a:cs typeface="+mn-cs"/>
              </a:rPr>
              <a:t>int</a:t>
            </a:r>
            <a:r>
              <a:rPr kumimoji="1" lang="en-US" altLang="ko-KR" sz="2000" dirty="0">
                <a:latin typeface="+mn-lt"/>
                <a:ea typeface="+mj-ea"/>
                <a:cs typeface="+mn-cs"/>
              </a:rPr>
              <a:t> list[6];</a:t>
            </a:r>
          </a:p>
          <a:p>
            <a:pPr marL="0" indent="0"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2000" dirty="0">
                <a:latin typeface="+mn-lt"/>
                <a:ea typeface="+mj-ea"/>
                <a:cs typeface="+mn-cs"/>
              </a:rPr>
              <a:t>list[0] = 100; </a:t>
            </a:r>
            <a:r>
              <a:rPr kumimoji="1" lang="en-US" altLang="ko-KR" sz="2000" dirty="0" smtClean="0">
                <a:latin typeface="+mn-lt"/>
                <a:ea typeface="+mj-ea"/>
                <a:cs typeface="+mn-cs"/>
              </a:rPr>
              <a:t>	// </a:t>
            </a:r>
            <a:r>
              <a:rPr kumimoji="1" lang="en-US" altLang="ko-KR" sz="2000" dirty="0">
                <a:latin typeface="+mn-lt"/>
                <a:ea typeface="+mj-ea"/>
                <a:cs typeface="+mn-cs"/>
              </a:rPr>
              <a:t>set </a:t>
            </a:r>
            <a:r>
              <a:rPr kumimoji="1" lang="ko-KR" altLang="en-US" sz="2000" dirty="0">
                <a:latin typeface="+mn-lt"/>
                <a:ea typeface="+mj-ea"/>
                <a:cs typeface="+mn-cs"/>
              </a:rPr>
              <a:t>연산에 해당된다</a:t>
            </a:r>
            <a:r>
              <a:rPr kumimoji="1" lang="en-US" altLang="ko-KR" sz="2000" dirty="0">
                <a:latin typeface="+mn-lt"/>
                <a:ea typeface="+mj-ea"/>
                <a:cs typeface="+mn-cs"/>
              </a:rPr>
              <a:t>.</a:t>
            </a:r>
          </a:p>
          <a:p>
            <a:pPr marL="0" indent="0"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2000" dirty="0">
                <a:latin typeface="+mn-lt"/>
                <a:ea typeface="+mj-ea"/>
                <a:cs typeface="+mn-cs"/>
              </a:rPr>
              <a:t>value = list[0]; </a:t>
            </a:r>
            <a:r>
              <a:rPr kumimoji="1" lang="en-US" altLang="ko-KR" sz="2000" dirty="0" smtClean="0">
                <a:latin typeface="+mn-lt"/>
                <a:ea typeface="+mj-ea"/>
                <a:cs typeface="+mn-cs"/>
              </a:rPr>
              <a:t>	// </a:t>
            </a:r>
            <a:r>
              <a:rPr kumimoji="1" lang="en-US" altLang="ko-KR" sz="2000" dirty="0">
                <a:latin typeface="+mn-lt"/>
                <a:ea typeface="+mj-ea"/>
                <a:cs typeface="+mn-cs"/>
              </a:rPr>
              <a:t>get </a:t>
            </a:r>
            <a:r>
              <a:rPr kumimoji="1" lang="ko-KR" altLang="en-US" sz="2000" dirty="0">
                <a:latin typeface="+mn-lt"/>
                <a:ea typeface="+mj-ea"/>
                <a:cs typeface="+mn-cs"/>
              </a:rPr>
              <a:t>연산에 해당된다</a:t>
            </a:r>
            <a:r>
              <a:rPr kumimoji="1" lang="en-US" altLang="ko-KR" sz="2000" dirty="0">
                <a:latin typeface="+mn-lt"/>
                <a:ea typeface="+mj-ea"/>
                <a:cs typeface="+mn-cs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5" y="3609020"/>
            <a:ext cx="6553200" cy="1266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2</a:t>
            </a:r>
            <a:r>
              <a:rPr lang="ko-KR" altLang="en-US" smtClean="0"/>
              <a:t>차원 배열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int</a:t>
            </a:r>
            <a:r>
              <a:rPr lang="en-US" altLang="ko-KR" dirty="0"/>
              <a:t> list[3][5</a:t>
            </a:r>
            <a:r>
              <a:rPr lang="en-US" altLang="ko-KR" dirty="0" smtClean="0"/>
              <a:t>];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45" y="2393885"/>
            <a:ext cx="8620125" cy="172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구조체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dirty="0" smtClean="0"/>
              <a:t>구조체</a:t>
            </a:r>
            <a:r>
              <a:rPr lang="en-US" altLang="ko-KR" dirty="0" smtClean="0"/>
              <a:t>(structure): </a:t>
            </a:r>
            <a:r>
              <a:rPr lang="ko-KR" altLang="en-US" dirty="0" smtClean="0">
                <a:solidFill>
                  <a:srgbClr val="FF3300"/>
                </a:solidFill>
              </a:rPr>
              <a:t>타입이 다른 데이터를 하나로 묶는 방법</a:t>
            </a:r>
          </a:p>
          <a:p>
            <a:pPr eaLnBrk="1" hangingPunct="1"/>
            <a:r>
              <a:rPr lang="ko-KR" altLang="en-US" dirty="0" smtClean="0"/>
              <a:t>배열</a:t>
            </a:r>
            <a:r>
              <a:rPr lang="en-US" altLang="ko-KR" dirty="0" smtClean="0"/>
              <a:t>(array):   </a:t>
            </a:r>
            <a:r>
              <a:rPr lang="ko-KR" altLang="en-US" dirty="0" smtClean="0"/>
              <a:t>타입이 같은 데이터들을 하나로 묶는 방법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65" y="3429000"/>
            <a:ext cx="61150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0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구조체의 사용예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493838"/>
            <a:ext cx="7923212" cy="40481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ko-KR" altLang="en-US" dirty="0" smtClean="0"/>
              <a:t>구조체의 선언과 구조체 변수의 생성</a:t>
            </a: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886492" y="2303875"/>
            <a:ext cx="7605712" cy="147732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struct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studentTag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{</a:t>
            </a:r>
          </a:p>
          <a:p>
            <a:pPr algn="just" eaLnBrk="1" hangingPunct="1"/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	char name[10]; </a:t>
            </a:r>
            <a:r>
              <a:rPr lang="en-US" altLang="ko-KR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	//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문자배열로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 된 이름</a:t>
            </a:r>
          </a:p>
          <a:p>
            <a:pPr algn="just" eaLnBrk="1" hangingPunct="1"/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age;	  </a:t>
            </a:r>
            <a:r>
              <a:rPr lang="en-US" altLang="ko-KR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	// 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나이를 나타내는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정수값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double 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gpa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;	  //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평균평점을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 나타내는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실수값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};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17945" y="4171529"/>
            <a:ext cx="7605712" cy="147732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struct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studentTag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s1;</a:t>
            </a:r>
          </a:p>
          <a:p>
            <a:pPr algn="just" eaLnBrk="1" hangingPunct="1"/>
            <a:endParaRPr lang="en-US" altLang="ko-KR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strcpy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(s.name, "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kim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");</a:t>
            </a:r>
          </a:p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s.age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= 20;</a:t>
            </a:r>
          </a:p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s.gpa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= 4.3;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79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err="1" smtClean="0"/>
              <a:t>typedef</a:t>
            </a:r>
            <a:r>
              <a:rPr lang="en-US" altLang="ko-KR" dirty="0" smtClean="0"/>
              <a:t> </a:t>
            </a:r>
            <a:endParaRPr lang="ko-KR" altLang="en-US" dirty="0" smtClean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46574" y="1718810"/>
            <a:ext cx="7875875" cy="286232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typedef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studentTag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{</a:t>
            </a:r>
          </a:p>
          <a:p>
            <a:pPr algn="just" eaLnBrk="1" hangingPunct="1"/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	char name[10]; //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문자배열로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 된 이름</a:t>
            </a:r>
          </a:p>
          <a:p>
            <a:pPr algn="just" eaLnBrk="1" hangingPunct="1"/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 age;	  // 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나이를 나타내는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정수값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double 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gpa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;	  //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평균평점을</a:t>
            </a:r>
            <a:r>
              <a:rPr lang="ko-KR" altLang="en-US" dirty="0">
                <a:latin typeface="Trebuchet MS" panose="020B0603020202020204" pitchFamily="34" charset="0"/>
                <a:ea typeface="굴림" panose="020B0600000101010101" pitchFamily="50" charset="-127"/>
              </a:rPr>
              <a:t> 나타내는 </a:t>
            </a:r>
            <a:r>
              <a:rPr lang="ko-KR" altLang="en-US" dirty="0" err="1">
                <a:latin typeface="Trebuchet MS" panose="020B0603020202020204" pitchFamily="34" charset="0"/>
                <a:ea typeface="굴림" panose="020B0600000101010101" pitchFamily="50" charset="-127"/>
              </a:rPr>
              <a:t>실수값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} student;</a:t>
            </a:r>
          </a:p>
          <a:p>
            <a:pPr algn="just" eaLnBrk="1" hangingPunct="1"/>
            <a:endParaRPr lang="en-US" altLang="ko-KR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endParaRPr lang="en-US" altLang="ko-KR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student s;</a:t>
            </a:r>
          </a:p>
          <a:p>
            <a:pPr algn="just" eaLnBrk="1" hangingPunct="1"/>
            <a:endParaRPr lang="en-US" altLang="ko-KR" dirty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ko-KR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student 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s = { “</a:t>
            </a:r>
            <a:r>
              <a:rPr lang="en-US" altLang="ko-KR" dirty="0" err="1">
                <a:latin typeface="Trebuchet MS" panose="020B0603020202020204" pitchFamily="34" charset="0"/>
                <a:ea typeface="굴림" panose="020B0600000101010101" pitchFamily="50" charset="-127"/>
              </a:rPr>
              <a:t>kim</a:t>
            </a:r>
            <a:r>
              <a:rPr lang="en-US" altLang="ko-KR" dirty="0">
                <a:latin typeface="Trebuchet MS" panose="020B0603020202020204" pitchFamily="34" charset="0"/>
                <a:ea typeface="굴림" panose="020B0600000101010101" pitchFamily="50" charset="-127"/>
              </a:rPr>
              <a:t>", 20, 4.3 };</a:t>
            </a:r>
            <a:endParaRPr lang="ko-KR" altLang="en-US" dirty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660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예제</a:t>
            </a:r>
            <a:r>
              <a:rPr lang="en-US" altLang="ko-KR" dirty="0" smtClean="0"/>
              <a:t> </a:t>
            </a:r>
            <a:endParaRPr lang="ko-KR" altLang="en-US" dirty="0" smtClean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46574" y="1718810"/>
            <a:ext cx="7875875" cy="397031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stdio.h</a:t>
            </a:r>
            <a:r>
              <a:rPr lang="en-US" altLang="ko-KR" kern="0" dirty="0" smtClean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typedef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struct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kern="0" dirty="0" err="1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studentTag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{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char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name[10]; </a:t>
            </a:r>
            <a:r>
              <a:rPr lang="en-US" altLang="ko-KR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문자배열로</a:t>
            </a:r>
            <a:r>
              <a:rPr lang="ko-KR" altLang="en-US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된 이름</a:t>
            </a:r>
            <a:endParaRPr lang="ko-KR" altLang="en-US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age;	 </a:t>
            </a:r>
            <a:r>
              <a:rPr lang="en-US" altLang="ko-KR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나이를 나타내는 </a:t>
            </a:r>
            <a:r>
              <a:rPr lang="ko-KR" altLang="en-US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정수값</a:t>
            </a:r>
            <a:endParaRPr lang="ko-KR" altLang="en-US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double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gpa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	 </a:t>
            </a:r>
            <a:r>
              <a:rPr lang="en-US" altLang="ko-KR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평균평점을</a:t>
            </a:r>
            <a:r>
              <a:rPr lang="ko-KR" altLang="en-US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나타내는 </a:t>
            </a:r>
            <a:r>
              <a:rPr lang="ko-KR" altLang="en-US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실수값</a:t>
            </a:r>
            <a:endParaRPr lang="ko-KR" altLang="en-US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 </a:t>
            </a:r>
            <a:r>
              <a:rPr lang="en-US" altLang="ko-KR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main(</a:t>
            </a:r>
            <a:r>
              <a:rPr lang="en-US" altLang="ko-KR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void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a = { </a:t>
            </a:r>
            <a:r>
              <a:rPr lang="en-US" altLang="ko-KR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</a:t>
            </a:r>
            <a:r>
              <a:rPr lang="en-US" altLang="ko-KR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kim</a:t>
            </a:r>
            <a:r>
              <a:rPr lang="en-US" altLang="ko-KR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20, 4.3 };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b = { </a:t>
            </a:r>
            <a:r>
              <a:rPr lang="en-US" altLang="ko-KR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"park"</a:t>
            </a: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21, 4.2 };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return 0;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81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배열의 응용</a:t>
            </a:r>
            <a:r>
              <a:rPr lang="en-US" altLang="ko-KR" smtClean="0"/>
              <a:t>: </a:t>
            </a:r>
            <a:r>
              <a:rPr lang="ko-KR" altLang="en-US" smtClean="0"/>
              <a:t>다항식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55330531"/>
              </p:ext>
            </p:extLst>
          </p:nvPr>
        </p:nvGraphicFramePr>
        <p:xfrm>
          <a:off x="2275973" y="2333793"/>
          <a:ext cx="41862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Equation" r:id="rId3" imgW="2171700" imgH="241300" progId="Equation.3">
                  <p:embed/>
                </p:oleObj>
              </mc:Choice>
              <mc:Fallback>
                <p:oleObj name="Equation" r:id="rId3" imgW="21717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973" y="2333793"/>
                        <a:ext cx="418623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590735" y="1628800"/>
            <a:ext cx="7923213" cy="4781550"/>
          </a:xfrm>
        </p:spPr>
        <p:txBody>
          <a:bodyPr>
            <a:noAutofit/>
          </a:bodyPr>
          <a:lstStyle/>
          <a:p>
            <a:pPr marL="381000" indent="-381000" eaLnBrk="1" hangingPunct="1"/>
            <a:r>
              <a:rPr lang="ko-KR" altLang="en-US" sz="24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다항식의 일반적인 형태</a:t>
            </a:r>
          </a:p>
          <a:p>
            <a:pPr marL="381000" indent="-381000" eaLnBrk="1" hangingPunct="1"/>
            <a:endParaRPr lang="ko-KR" altLang="en-US" sz="24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81000" indent="-381000" eaLnBrk="1" hangingPunct="1"/>
            <a:endParaRPr lang="ko-KR" altLang="en-US" sz="24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81000" indent="-381000" eaLnBrk="1" hangingPunct="1"/>
            <a:r>
              <a:rPr lang="ko-KR" altLang="en-US" sz="24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프로그램에서 다항식을 처리하려면 다항식을 위한 </a:t>
            </a:r>
            <a:r>
              <a:rPr lang="ko-KR" altLang="en-US" sz="24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자료구조가</a:t>
            </a:r>
            <a:r>
              <a:rPr lang="ko-KR" altLang="en-US" sz="24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필요</a:t>
            </a:r>
            <a:r>
              <a:rPr lang="en-US" altLang="ko-KR" sz="24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-&gt; </a:t>
            </a:r>
            <a:r>
              <a:rPr lang="ko-KR" altLang="en-US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어떤 </a:t>
            </a:r>
            <a:r>
              <a:rPr lang="ko-KR" altLang="en-US" sz="2400" dirty="0" err="1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자료구조를</a:t>
            </a:r>
            <a:r>
              <a:rPr lang="ko-KR" altLang="en-US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사용해야 다항식의 덧셈</a:t>
            </a:r>
            <a:r>
              <a:rPr lang="en-US" altLang="ko-KR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뺄셈</a:t>
            </a:r>
            <a:r>
              <a:rPr lang="en-US" altLang="ko-KR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곱셈</a:t>
            </a:r>
            <a:r>
              <a:rPr lang="en-US" altLang="ko-KR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나눗셈 연산을 할 때 편리하고 효율적일까</a:t>
            </a:r>
            <a:r>
              <a:rPr lang="en-US" altLang="ko-KR" sz="24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r>
              <a:rPr lang="en-US" altLang="ko-KR" sz="24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marL="381000" indent="-381000" eaLnBrk="1" hangingPunct="1"/>
            <a:endParaRPr lang="en-US" altLang="ko-KR" sz="24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배열의 응용</a:t>
            </a:r>
            <a:r>
              <a:rPr lang="en-US" altLang="ko-KR" smtClean="0"/>
              <a:t>: </a:t>
            </a:r>
            <a:r>
              <a:rPr lang="ko-KR" altLang="en-US" smtClean="0"/>
              <a:t>다항식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612648" y="1628800"/>
            <a:ext cx="7923213" cy="4781550"/>
          </a:xfrm>
        </p:spPr>
        <p:txBody>
          <a:bodyPr>
            <a:noAutofit/>
          </a:bodyPr>
          <a:lstStyle/>
          <a:p>
            <a:pPr marL="381000" indent="-381000" eaLnBrk="1" hangingPunct="1"/>
            <a:r>
              <a:rPr lang="ko-KR" altLang="en-US" sz="28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배열을 사용한 </a:t>
            </a:r>
            <a:r>
              <a:rPr lang="en-US" altLang="ko-KR" sz="28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2</a:t>
            </a:r>
            <a:r>
              <a:rPr lang="ko-KR" altLang="en-US" sz="28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가지 방법</a:t>
            </a:r>
            <a:endParaRPr lang="en-US" altLang="ko-KR" sz="2800" dirty="0" smtClean="0"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800100" lvl="1" indent="-342900" eaLnBrk="1" hangingPunct="1">
              <a:buClr>
                <a:srgbClr val="FF3300"/>
              </a:buClr>
              <a:buSzTx/>
              <a:buFont typeface="Wingdings" pitchFamily="2" charset="2"/>
              <a:buAutoNum type="arabicParenR"/>
            </a:pPr>
            <a:r>
              <a:rPr lang="ko-KR" altLang="en-US" sz="24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다항식의 모든 항을 배열에 저장</a:t>
            </a:r>
          </a:p>
          <a:p>
            <a:pPr marL="800100" lvl="1" indent="-342900" eaLnBrk="1" hangingPunct="1">
              <a:buClr>
                <a:srgbClr val="FF3300"/>
              </a:buClr>
              <a:buSzTx/>
              <a:buFont typeface="Wingdings" pitchFamily="2" charset="2"/>
              <a:buAutoNum type="arabicParenR"/>
            </a:pPr>
            <a:r>
              <a:rPr lang="ko-KR" altLang="en-US" sz="24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다항식의 </a:t>
            </a:r>
            <a:r>
              <a:rPr lang="en-US" altLang="ko-KR" sz="24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0</a:t>
            </a:r>
            <a:r>
              <a:rPr lang="ko-KR" altLang="en-US" sz="2400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이 아닌 항만을 배열에 저장</a:t>
            </a:r>
          </a:p>
        </p:txBody>
      </p:sp>
    </p:spTree>
    <p:extLst>
      <p:ext uri="{BB962C8B-B14F-4D97-AF65-F5344CB8AC3E}">
        <p14:creationId xmlns:p14="http://schemas.microsoft.com/office/powerpoint/2010/main" val="33384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#1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628775"/>
            <a:ext cx="8056562" cy="990600"/>
          </a:xfrm>
        </p:spPr>
        <p:txBody>
          <a:bodyPr/>
          <a:lstStyle/>
          <a:p>
            <a:pPr eaLnBrk="1" hangingPunct="1"/>
            <a:r>
              <a:rPr lang="ko-KR" altLang="en-US" smtClean="0"/>
              <a:t>모든 차수에 대한 계수값을 배열로 저장</a:t>
            </a:r>
          </a:p>
          <a:p>
            <a:pPr eaLnBrk="1" hangingPunct="1"/>
            <a:r>
              <a:rPr lang="ko-KR" altLang="en-US" smtClean="0"/>
              <a:t>하나의 다항식을 하나의 배열로 표현</a:t>
            </a:r>
          </a:p>
        </p:txBody>
      </p:sp>
      <p:grpSp>
        <p:nvGrpSpPr>
          <p:cNvPr id="2053" name="Group 4"/>
          <p:cNvGrpSpPr>
            <a:grpSpLocks/>
          </p:cNvGrpSpPr>
          <p:nvPr/>
        </p:nvGrpSpPr>
        <p:grpSpPr bwMode="auto">
          <a:xfrm>
            <a:off x="971600" y="3113965"/>
            <a:ext cx="6721475" cy="1671637"/>
            <a:chOff x="0" y="1262"/>
            <a:chExt cx="4702" cy="1284"/>
          </a:xfrm>
        </p:grpSpPr>
        <p:graphicFrame>
          <p:nvGraphicFramePr>
            <p:cNvPr id="2050" name="Object 5"/>
            <p:cNvGraphicFramePr>
              <a:graphicFrameLocks noChangeAspect="1"/>
            </p:cNvGraphicFramePr>
            <p:nvPr/>
          </p:nvGraphicFramePr>
          <p:xfrm>
            <a:off x="438" y="1262"/>
            <a:ext cx="278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" name="Equation" r:id="rId3" imgW="2070100" imgH="203200" progId="Equation.3">
                    <p:embed/>
                  </p:oleObj>
                </mc:Choice>
                <mc:Fallback>
                  <p:oleObj name="Equation" r:id="rId3" imgW="2070100" imgH="203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" y="1262"/>
                          <a:ext cx="278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5" name="Line 6"/>
            <p:cNvSpPr>
              <a:spLocks noChangeShapeType="1"/>
            </p:cNvSpPr>
            <p:nvPr/>
          </p:nvSpPr>
          <p:spPr bwMode="auto">
            <a:xfrm flipH="1">
              <a:off x="1872" y="1533"/>
              <a:ext cx="268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56" name="Line 7"/>
            <p:cNvSpPr>
              <a:spLocks noChangeShapeType="1"/>
            </p:cNvSpPr>
            <p:nvPr/>
          </p:nvSpPr>
          <p:spPr bwMode="auto">
            <a:xfrm flipH="1">
              <a:off x="2269" y="1533"/>
              <a:ext cx="271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57" name="Line 8"/>
            <p:cNvSpPr>
              <a:spLocks noChangeShapeType="1"/>
            </p:cNvSpPr>
            <p:nvPr/>
          </p:nvSpPr>
          <p:spPr bwMode="auto">
            <a:xfrm flipH="1">
              <a:off x="2668" y="1533"/>
              <a:ext cx="438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58" name="Line 9"/>
            <p:cNvSpPr>
              <a:spLocks noChangeShapeType="1"/>
            </p:cNvSpPr>
            <p:nvPr/>
          </p:nvSpPr>
          <p:spPr bwMode="auto">
            <a:xfrm>
              <a:off x="669" y="1533"/>
              <a:ext cx="0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59" name="Line 10"/>
            <p:cNvSpPr>
              <a:spLocks noChangeShapeType="1"/>
            </p:cNvSpPr>
            <p:nvPr/>
          </p:nvSpPr>
          <p:spPr bwMode="auto">
            <a:xfrm flipH="1">
              <a:off x="1072" y="1533"/>
              <a:ext cx="129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60" name="Line 11"/>
            <p:cNvSpPr>
              <a:spLocks noChangeShapeType="1"/>
            </p:cNvSpPr>
            <p:nvPr/>
          </p:nvSpPr>
          <p:spPr bwMode="auto">
            <a:xfrm flipH="1">
              <a:off x="1484" y="1533"/>
              <a:ext cx="152" cy="27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2061" name="Text Box 12"/>
            <p:cNvSpPr txBox="1">
              <a:spLocks noChangeArrowheads="1"/>
            </p:cNvSpPr>
            <p:nvPr/>
          </p:nvSpPr>
          <p:spPr bwMode="auto">
            <a:xfrm>
              <a:off x="0" y="2244"/>
              <a:ext cx="51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en-US" altLang="ko-KR" i="1">
                  <a:latin typeface="Lucida Console" pitchFamily="49" charset="0"/>
                  <a:ea typeface="HY엽서L" pitchFamily="18" charset="-127"/>
                </a:rPr>
                <a:t>coef</a:t>
              </a:r>
            </a:p>
          </p:txBody>
        </p:sp>
        <p:sp>
          <p:nvSpPr>
            <p:cNvPr id="2062" name="AutoShape 13"/>
            <p:cNvSpPr>
              <a:spLocks noChangeArrowheads="1"/>
            </p:cNvSpPr>
            <p:nvPr/>
          </p:nvSpPr>
          <p:spPr bwMode="auto">
            <a:xfrm>
              <a:off x="494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10</a:t>
              </a:r>
            </a:p>
          </p:txBody>
        </p:sp>
        <p:sp>
          <p:nvSpPr>
            <p:cNvPr id="2063" name="AutoShape 14"/>
            <p:cNvSpPr>
              <a:spLocks noChangeArrowheads="1"/>
            </p:cNvSpPr>
            <p:nvPr/>
          </p:nvSpPr>
          <p:spPr bwMode="auto">
            <a:xfrm>
              <a:off x="875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2064" name="AutoShape 15"/>
            <p:cNvSpPr>
              <a:spLocks noChangeArrowheads="1"/>
            </p:cNvSpPr>
            <p:nvPr/>
          </p:nvSpPr>
          <p:spPr bwMode="auto">
            <a:xfrm>
              <a:off x="1255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2065" name="AutoShape 16"/>
            <p:cNvSpPr>
              <a:spLocks noChangeArrowheads="1"/>
            </p:cNvSpPr>
            <p:nvPr/>
          </p:nvSpPr>
          <p:spPr bwMode="auto">
            <a:xfrm>
              <a:off x="1635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2066" name="AutoShape 17"/>
            <p:cNvSpPr>
              <a:spLocks noChangeArrowheads="1"/>
            </p:cNvSpPr>
            <p:nvPr/>
          </p:nvSpPr>
          <p:spPr bwMode="auto">
            <a:xfrm>
              <a:off x="2015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6</a:t>
              </a:r>
            </a:p>
          </p:txBody>
        </p:sp>
        <p:sp>
          <p:nvSpPr>
            <p:cNvPr id="2067" name="AutoShape 18"/>
            <p:cNvSpPr>
              <a:spLocks noChangeArrowheads="1"/>
            </p:cNvSpPr>
            <p:nvPr/>
          </p:nvSpPr>
          <p:spPr bwMode="auto">
            <a:xfrm>
              <a:off x="2395" y="1989"/>
              <a:ext cx="405" cy="557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2400">
                  <a:latin typeface="Lucida Console" pitchFamily="49" charset="0"/>
                  <a:ea typeface="굴림" pitchFamily="50" charset="-127"/>
                </a:rPr>
                <a:t>3</a:t>
              </a:r>
            </a:p>
          </p:txBody>
        </p:sp>
        <p:sp>
          <p:nvSpPr>
            <p:cNvPr id="2068" name="AutoShape 19"/>
            <p:cNvSpPr>
              <a:spLocks noChangeArrowheads="1"/>
            </p:cNvSpPr>
            <p:nvPr/>
          </p:nvSpPr>
          <p:spPr bwMode="auto">
            <a:xfrm>
              <a:off x="2775" y="1989"/>
              <a:ext cx="405" cy="557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endParaRPr lang="ko-KR" altLang="ko-KR" sz="3200">
                <a:latin typeface="Lucida Console" pitchFamily="49" charset="0"/>
                <a:ea typeface="굴림" pitchFamily="50" charset="-127"/>
              </a:endParaRPr>
            </a:p>
          </p:txBody>
        </p:sp>
        <p:sp>
          <p:nvSpPr>
            <p:cNvPr id="2069" name="AutoShape 20"/>
            <p:cNvSpPr>
              <a:spLocks noChangeArrowheads="1"/>
            </p:cNvSpPr>
            <p:nvPr/>
          </p:nvSpPr>
          <p:spPr bwMode="auto">
            <a:xfrm>
              <a:off x="3155" y="1989"/>
              <a:ext cx="405" cy="557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endParaRPr lang="ko-KR" altLang="ko-KR" sz="3200">
                <a:latin typeface="Lucida Console" pitchFamily="49" charset="0"/>
                <a:ea typeface="굴림" pitchFamily="50" charset="-127"/>
              </a:endParaRPr>
            </a:p>
          </p:txBody>
        </p:sp>
        <p:sp>
          <p:nvSpPr>
            <p:cNvPr id="2070" name="AutoShape 21"/>
            <p:cNvSpPr>
              <a:spLocks noChangeArrowheads="1"/>
            </p:cNvSpPr>
            <p:nvPr/>
          </p:nvSpPr>
          <p:spPr bwMode="auto">
            <a:xfrm>
              <a:off x="3535" y="1989"/>
              <a:ext cx="405" cy="557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endParaRPr lang="ko-KR" altLang="ko-KR" sz="3200">
                <a:latin typeface="Lucida Console" pitchFamily="49" charset="0"/>
                <a:ea typeface="굴림" pitchFamily="50" charset="-127"/>
              </a:endParaRPr>
            </a:p>
          </p:txBody>
        </p:sp>
        <p:sp>
          <p:nvSpPr>
            <p:cNvPr id="2071" name="AutoShape 22"/>
            <p:cNvSpPr>
              <a:spLocks noChangeArrowheads="1"/>
            </p:cNvSpPr>
            <p:nvPr/>
          </p:nvSpPr>
          <p:spPr bwMode="auto">
            <a:xfrm>
              <a:off x="3915" y="1989"/>
              <a:ext cx="405" cy="557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endParaRPr lang="ko-KR" altLang="ko-KR" sz="3200">
                <a:latin typeface="Lucida Console" pitchFamily="49" charset="0"/>
                <a:ea typeface="굴림" pitchFamily="50" charset="-127"/>
              </a:endParaRPr>
            </a:p>
          </p:txBody>
        </p:sp>
        <p:sp>
          <p:nvSpPr>
            <p:cNvPr id="2072" name="AutoShape 23"/>
            <p:cNvSpPr>
              <a:spLocks noChangeArrowheads="1"/>
            </p:cNvSpPr>
            <p:nvPr/>
          </p:nvSpPr>
          <p:spPr bwMode="auto">
            <a:xfrm>
              <a:off x="4295" y="1989"/>
              <a:ext cx="405" cy="557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endParaRPr lang="ko-KR" altLang="ko-KR" sz="3200">
                <a:latin typeface="Lucida Console" pitchFamily="49" charset="0"/>
                <a:ea typeface="굴림" pitchFamily="50" charset="-127"/>
              </a:endParaRPr>
            </a:p>
          </p:txBody>
        </p:sp>
        <p:sp>
          <p:nvSpPr>
            <p:cNvPr id="2073" name="AutoShape 24"/>
            <p:cNvSpPr>
              <a:spLocks noChangeArrowheads="1"/>
            </p:cNvSpPr>
            <p:nvPr/>
          </p:nvSpPr>
          <p:spPr bwMode="auto">
            <a:xfrm>
              <a:off x="493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0</a:t>
              </a:r>
            </a:p>
          </p:txBody>
        </p:sp>
        <p:sp>
          <p:nvSpPr>
            <p:cNvPr id="2074" name="AutoShape 25"/>
            <p:cNvSpPr>
              <a:spLocks noChangeArrowheads="1"/>
            </p:cNvSpPr>
            <p:nvPr/>
          </p:nvSpPr>
          <p:spPr bwMode="auto">
            <a:xfrm>
              <a:off x="873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1</a:t>
              </a:r>
            </a:p>
          </p:txBody>
        </p:sp>
        <p:sp>
          <p:nvSpPr>
            <p:cNvPr id="2075" name="AutoShape 26"/>
            <p:cNvSpPr>
              <a:spLocks noChangeArrowheads="1"/>
            </p:cNvSpPr>
            <p:nvPr/>
          </p:nvSpPr>
          <p:spPr bwMode="auto">
            <a:xfrm>
              <a:off x="1254" y="1644"/>
              <a:ext cx="415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2</a:t>
              </a:r>
            </a:p>
          </p:txBody>
        </p:sp>
        <p:sp>
          <p:nvSpPr>
            <p:cNvPr id="2076" name="AutoShape 27"/>
            <p:cNvSpPr>
              <a:spLocks noChangeArrowheads="1"/>
            </p:cNvSpPr>
            <p:nvPr/>
          </p:nvSpPr>
          <p:spPr bwMode="auto">
            <a:xfrm>
              <a:off x="1635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3</a:t>
              </a:r>
            </a:p>
          </p:txBody>
        </p:sp>
        <p:sp>
          <p:nvSpPr>
            <p:cNvPr id="2077" name="AutoShape 28"/>
            <p:cNvSpPr>
              <a:spLocks noChangeArrowheads="1"/>
            </p:cNvSpPr>
            <p:nvPr/>
          </p:nvSpPr>
          <p:spPr bwMode="auto">
            <a:xfrm>
              <a:off x="2014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4</a:t>
              </a:r>
            </a:p>
          </p:txBody>
        </p:sp>
        <p:sp>
          <p:nvSpPr>
            <p:cNvPr id="2078" name="AutoShape 29"/>
            <p:cNvSpPr>
              <a:spLocks noChangeArrowheads="1"/>
            </p:cNvSpPr>
            <p:nvPr/>
          </p:nvSpPr>
          <p:spPr bwMode="auto">
            <a:xfrm>
              <a:off x="2403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5</a:t>
              </a:r>
            </a:p>
          </p:txBody>
        </p:sp>
        <p:sp>
          <p:nvSpPr>
            <p:cNvPr id="2079" name="AutoShape 30"/>
            <p:cNvSpPr>
              <a:spLocks noChangeArrowheads="1"/>
            </p:cNvSpPr>
            <p:nvPr/>
          </p:nvSpPr>
          <p:spPr bwMode="auto">
            <a:xfrm>
              <a:off x="2774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6</a:t>
              </a:r>
            </a:p>
          </p:txBody>
        </p:sp>
        <p:sp>
          <p:nvSpPr>
            <p:cNvPr id="2080" name="AutoShape 31"/>
            <p:cNvSpPr>
              <a:spLocks noChangeArrowheads="1"/>
            </p:cNvSpPr>
            <p:nvPr/>
          </p:nvSpPr>
          <p:spPr bwMode="auto">
            <a:xfrm>
              <a:off x="3154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7</a:t>
              </a:r>
            </a:p>
          </p:txBody>
        </p:sp>
        <p:sp>
          <p:nvSpPr>
            <p:cNvPr id="2081" name="AutoShape 32"/>
            <p:cNvSpPr>
              <a:spLocks noChangeArrowheads="1"/>
            </p:cNvSpPr>
            <p:nvPr/>
          </p:nvSpPr>
          <p:spPr bwMode="auto">
            <a:xfrm>
              <a:off x="3534" y="1644"/>
              <a:ext cx="414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8</a:t>
              </a:r>
            </a:p>
          </p:txBody>
        </p:sp>
        <p:sp>
          <p:nvSpPr>
            <p:cNvPr id="2082" name="AutoShape 33"/>
            <p:cNvSpPr>
              <a:spLocks noChangeArrowheads="1"/>
            </p:cNvSpPr>
            <p:nvPr/>
          </p:nvSpPr>
          <p:spPr bwMode="auto">
            <a:xfrm>
              <a:off x="3914" y="1644"/>
              <a:ext cx="415" cy="35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9</a:t>
              </a:r>
            </a:p>
          </p:txBody>
        </p:sp>
        <p:sp>
          <p:nvSpPr>
            <p:cNvPr id="2083" name="AutoShape 34"/>
            <p:cNvSpPr>
              <a:spLocks noChangeArrowheads="1"/>
            </p:cNvSpPr>
            <p:nvPr/>
          </p:nvSpPr>
          <p:spPr bwMode="auto">
            <a:xfrm>
              <a:off x="4294" y="1647"/>
              <a:ext cx="408" cy="35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i="1">
                  <a:latin typeface="HY엽서L" pitchFamily="18" charset="-127"/>
                  <a:ea typeface="HY엽서L" pitchFamily="18" charset="-127"/>
                </a:rPr>
                <a:t>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#1(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0244" name="Text Box 36"/>
          <p:cNvSpPr txBox="1">
            <a:spLocks noChangeArrowheads="1"/>
          </p:cNvSpPr>
          <p:nvPr/>
        </p:nvSpPr>
        <p:spPr bwMode="auto">
          <a:xfrm>
            <a:off x="595200" y="1763815"/>
            <a:ext cx="8117260" cy="212154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defPPr>
              <a:defRPr lang="ko-KR"/>
            </a:defPPr>
            <a:lvl1pPr algn="just" eaLnBrk="0" hangingPunct="0">
              <a:spcBef>
                <a:spcPts val="0"/>
              </a:spcBef>
              <a:spcAft>
                <a:spcPts val="0"/>
              </a:spcAft>
              <a:defRPr kern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190500">
              <a:lnSpc>
                <a:spcPct val="140000"/>
              </a:lnSpc>
            </a:pPr>
            <a:r>
              <a:rPr lang="en-US" altLang="ko-KR" sz="1600" dirty="0">
                <a:solidFill>
                  <a:srgbClr val="0000FF"/>
                </a:solidFill>
                <a:ea typeface="휴먼명조"/>
              </a:rPr>
              <a:t>#define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 MAX_DEGREE 101 // </a:t>
            </a:r>
            <a:r>
              <a:rPr lang="ko-KR" altLang="en-US" sz="1600" dirty="0">
                <a:solidFill>
                  <a:srgbClr val="000000"/>
                </a:solidFill>
                <a:ea typeface="휴먼명조"/>
              </a:rPr>
              <a:t>다항식의 </a:t>
            </a:r>
            <a:r>
              <a:rPr lang="ko-KR" altLang="en-US" sz="1600" dirty="0" err="1">
                <a:solidFill>
                  <a:srgbClr val="000000"/>
                </a:solidFill>
                <a:ea typeface="휴먼명조"/>
              </a:rPr>
              <a:t>최대차수</a:t>
            </a:r>
            <a:r>
              <a:rPr lang="ko-KR" altLang="en-US" sz="1600" dirty="0">
                <a:solidFill>
                  <a:srgbClr val="000000"/>
                </a:solidFill>
                <a:ea typeface="휴먼명조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+ 1</a:t>
            </a:r>
            <a:endParaRPr lang="ko-KR" altLang="en-US" sz="1600" dirty="0">
              <a:solidFill>
                <a:srgbClr val="000000"/>
              </a:solidFill>
            </a:endParaRPr>
          </a:p>
          <a:p>
            <a:pPr marL="190500">
              <a:lnSpc>
                <a:spcPct val="140000"/>
              </a:lnSpc>
            </a:pPr>
            <a:r>
              <a:rPr lang="en-US" altLang="ko-KR" sz="1600" dirty="0" err="1">
                <a:solidFill>
                  <a:srgbClr val="0000FF"/>
                </a:solidFill>
                <a:ea typeface="휴먼명조"/>
              </a:rPr>
              <a:t>typedef</a:t>
            </a:r>
            <a:r>
              <a:rPr lang="en-US" altLang="ko-KR" sz="1600" b="1" dirty="0">
                <a:solidFill>
                  <a:srgbClr val="000000"/>
                </a:solidFill>
                <a:ea typeface="휴먼명조"/>
              </a:rPr>
              <a:t> </a:t>
            </a:r>
            <a:r>
              <a:rPr lang="en-US" altLang="ko-KR" sz="1600" dirty="0" err="1">
                <a:solidFill>
                  <a:srgbClr val="0000FF"/>
                </a:solidFill>
                <a:ea typeface="휴먼명조"/>
              </a:rPr>
              <a:t>struct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 { 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marL="190500">
              <a:lnSpc>
                <a:spcPct val="140000"/>
              </a:lnSpc>
            </a:pPr>
            <a:r>
              <a:rPr lang="en-US" altLang="ko-KR" sz="1600" dirty="0">
                <a:solidFill>
                  <a:srgbClr val="000000"/>
                </a:solidFill>
              </a:rPr>
              <a:t>	</a:t>
            </a:r>
            <a:r>
              <a:rPr lang="en-US" altLang="ko-KR" sz="1600" dirty="0" err="1">
                <a:solidFill>
                  <a:srgbClr val="0000FF"/>
                </a:solidFill>
                <a:ea typeface="휴먼명조"/>
              </a:rPr>
              <a:t>int</a:t>
            </a:r>
            <a:r>
              <a:rPr lang="en-US" altLang="ko-KR" sz="1600" dirty="0">
                <a:solidFill>
                  <a:srgbClr val="0000FF"/>
                </a:solidFill>
                <a:ea typeface="휴먼명조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degree;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marL="190500">
              <a:lnSpc>
                <a:spcPct val="140000"/>
              </a:lnSpc>
            </a:pPr>
            <a:r>
              <a:rPr lang="en-US" altLang="ko-KR" sz="1600" dirty="0">
                <a:solidFill>
                  <a:srgbClr val="000000"/>
                </a:solidFill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ea typeface="휴먼명조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ea typeface="휴먼명조"/>
              </a:rPr>
              <a:t>coef</a:t>
            </a: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[MAX_DEGREE];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marL="190500">
              <a:lnSpc>
                <a:spcPct val="140000"/>
              </a:lnSpc>
            </a:pP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} polynomial;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marL="190500">
              <a:lnSpc>
                <a:spcPct val="140000"/>
              </a:lnSpc>
            </a:pPr>
            <a:r>
              <a:rPr lang="en-US" altLang="ko-KR" sz="1600" dirty="0">
                <a:solidFill>
                  <a:srgbClr val="000000"/>
                </a:solidFill>
                <a:ea typeface="휴먼명조"/>
              </a:rPr>
              <a:t>polynomial a = { 5, {10, 0, 0, 0, 6, 3} };</a:t>
            </a:r>
            <a:endParaRPr lang="en-US" altLang="ko-KR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#1(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0244" name="Text Box 36"/>
          <p:cNvSpPr txBox="1">
            <a:spLocks noChangeArrowheads="1"/>
          </p:cNvSpPr>
          <p:nvPr/>
        </p:nvSpPr>
        <p:spPr bwMode="auto">
          <a:xfrm>
            <a:off x="611188" y="1673225"/>
            <a:ext cx="6975475" cy="329320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C = A+B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여기서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와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는 다항식이다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구조체가 반환된다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 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poly_add1(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C;			</a:t>
            </a:r>
            <a:r>
              <a:rPr lang="en-US" altLang="ko-KR" sz="1600" kern="0" dirty="0" smtClean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결과 다항식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0,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0,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0;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배열 인덱스 변수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degree_a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degree_b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결과 다항식 차수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while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&amp;&amp;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 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degree_a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&gt;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degree_b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 {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A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항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 B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항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++]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++];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degree_a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--;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#1(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0244" name="Text Box 36"/>
          <p:cNvSpPr txBox="1">
            <a:spLocks noChangeArrowheads="1"/>
          </p:cNvSpPr>
          <p:nvPr/>
        </p:nvSpPr>
        <p:spPr bwMode="auto">
          <a:xfrm>
            <a:off x="701570" y="1718810"/>
            <a:ext cx="6975475" cy="427809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else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degree_a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==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degree_b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 {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A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항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== B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항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++]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Apos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++] +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B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degree_a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--;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degree_b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--;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else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{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B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항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&gt; A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항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++]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B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Bpos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degree_b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--;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&gt;0;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--)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"%3.1fx^%d + 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-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"%3.1f 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.degree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#1(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0244" name="Text Box 36"/>
          <p:cNvSpPr txBox="1">
            <a:spLocks noChangeArrowheads="1"/>
          </p:cNvSpPr>
          <p:nvPr/>
        </p:nvSpPr>
        <p:spPr bwMode="auto">
          <a:xfrm>
            <a:off x="791580" y="1763815"/>
            <a:ext cx="6975475" cy="3539430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주함수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 = { 5,{ 3, 6, 0, 0, 0, 10 } };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b = { 4,{ 7, 0, 5, 0, 1 } };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polynomial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(a);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(b);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 </a:t>
            </a:r>
            <a:r>
              <a:rPr lang="en-US" altLang="ko-KR" sz="1600" kern="0" dirty="0">
                <a:solidFill>
                  <a:srgbClr val="008080"/>
                </a:solidFill>
                <a:latin typeface="Trebuchet MS" panose="020B0603020202020204" pitchFamily="34" charset="0"/>
                <a:ea typeface="휴먼명조"/>
              </a:rPr>
              <a:t>=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poly_add1(a, b);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(“-----------------------------------------------------------------------------\n”);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(c);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69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실행결과</a:t>
            </a:r>
            <a:endParaRPr lang="ko-KR" altLang="en-US" dirty="0"/>
          </a:p>
        </p:txBody>
      </p:sp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612648" y="1718810"/>
            <a:ext cx="7974468" cy="1471172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3.0x^5 + 6.0x^4 + 0.0x^3 + 0.0x^2 + 0.0x^1 + 10.0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7.0x^4 + 0.0x^3 + 5.0x^2 + 0.0x^1 + 1.0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-----------------------------------------------------------------------------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3.0x^5 + 13.0x^4 + 0.0x^3 + 5.0x^2 + 0.0x^1 + 11.0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39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#2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46631" y="1673805"/>
            <a:ext cx="8012113" cy="4303713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다항식에서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 아닌 항만을 배열에 저장</a:t>
            </a:r>
          </a:p>
          <a:p>
            <a:pPr eaLnBrk="1" hangingPunct="1"/>
            <a:r>
              <a:rPr lang="en-US" altLang="ko-KR" dirty="0" smtClean="0"/>
              <a:t>(</a:t>
            </a:r>
            <a:r>
              <a:rPr lang="ko-KR" altLang="en-US" dirty="0" smtClean="0"/>
              <a:t>계수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차수</a:t>
            </a:r>
            <a:r>
              <a:rPr lang="en-US" altLang="ko-KR" dirty="0" smtClean="0"/>
              <a:t>) </a:t>
            </a:r>
            <a:r>
              <a:rPr lang="ko-KR" altLang="en-US" dirty="0" smtClean="0"/>
              <a:t>형식으로 배열에 저장</a:t>
            </a:r>
          </a:p>
          <a:p>
            <a:pPr lvl="1" eaLnBrk="1" hangingPunct="1"/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) 10x</a:t>
            </a:r>
            <a:r>
              <a:rPr lang="en-US" altLang="ko-KR" baseline="30000" dirty="0" smtClean="0"/>
              <a:t>5</a:t>
            </a:r>
            <a:r>
              <a:rPr lang="en-US" altLang="ko-KR" dirty="0" smtClean="0"/>
              <a:t>+6x+3 -&gt; ((10,5), (6,1), (3,0))</a:t>
            </a:r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994769" y="3609020"/>
            <a:ext cx="7515835" cy="2160591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#define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MAX_TERMS 101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struct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float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expon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 terms[MAX_TERMS];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avail;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16605" y="1763815"/>
            <a:ext cx="4486275" cy="4000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13965"/>
            <a:ext cx="56007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2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#2(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3315" name="Text Box 90"/>
          <p:cNvSpPr txBox="1">
            <a:spLocks noChangeArrowheads="1"/>
          </p:cNvSpPr>
          <p:nvPr/>
        </p:nvSpPr>
        <p:spPr bwMode="auto">
          <a:xfrm>
            <a:off x="1106488" y="1719263"/>
            <a:ext cx="6165850" cy="3539430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#define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MAX_TERMS 101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struct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float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808480" indent="-161798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 terms[MAX_TERMS]={ {8,3}, {7,1}, {1,0}, {10,3}, {3,2},{1,0} };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avail=6;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600" kern="0" dirty="0" smtClean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두 개의 정수를 비교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char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compare(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 a&gt;b )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return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'&gt;';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else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 a==b )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return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'=';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else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return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'&lt;';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#2(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3315" name="Text Box 90"/>
          <p:cNvSpPr txBox="1">
            <a:spLocks noChangeArrowheads="1"/>
          </p:cNvSpPr>
          <p:nvPr/>
        </p:nvSpPr>
        <p:spPr bwMode="auto">
          <a:xfrm>
            <a:off x="1016000" y="1943100"/>
            <a:ext cx="6165850" cy="2554545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새로운 항을 다항식에 추가한다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</a:t>
            </a:r>
            <a:endParaRPr lang="ko-KR" altLang="en-US" sz="1600" kern="0" dirty="0" smtClean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void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attach(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float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 avail&gt;MAX_TERMS ){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fprintf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stderr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"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항의 개수가 너무 많음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\n");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exit(1);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}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terms[avail].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=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terms[avail++].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=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다항식 표현 방법 </a:t>
            </a:r>
            <a:r>
              <a:rPr lang="en-US" altLang="ko-KR" dirty="0" smtClean="0"/>
              <a:t>#2(</a:t>
            </a:r>
            <a:r>
              <a:rPr lang="ko-KR" altLang="en-US" dirty="0" smtClean="0"/>
              <a:t>계속</a:t>
            </a:r>
            <a:r>
              <a:rPr lang="en-US" altLang="ko-KR" dirty="0" smtClean="0"/>
              <a:t>)</a:t>
            </a:r>
          </a:p>
        </p:txBody>
      </p:sp>
      <p:sp>
        <p:nvSpPr>
          <p:cNvPr id="13315" name="Text Box 90"/>
          <p:cNvSpPr txBox="1">
            <a:spLocks noChangeArrowheads="1"/>
          </p:cNvSpPr>
          <p:nvPr/>
        </p:nvSpPr>
        <p:spPr bwMode="auto">
          <a:xfrm>
            <a:off x="881589" y="1403775"/>
            <a:ext cx="7695855" cy="4770537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C = A + B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poly_add2(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As,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Ae,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Be,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*Cs, </a:t>
            </a:r>
            <a:r>
              <a:rPr lang="en-US" altLang="ko-KR" sz="1600" kern="0" dirty="0" err="1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*Ce) 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	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float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tempcoef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*Cs = avail;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while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 As &lt;=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&amp;&amp;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&lt;= Be 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switch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(compare(terms[As].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expon,terms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[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)){ 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case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'&gt;': 	// 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 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attach(terms[As].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terms[As].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As++;			break;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case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'=': 	// 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== 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tempcoef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terms[As].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+ terms[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smtClean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tempcoef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) 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 attach(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tempcoef,terms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[As].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As++; 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++;		break;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 </a:t>
            </a:r>
            <a:r>
              <a:rPr lang="en-US" altLang="ko-KR" sz="1600" b="1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case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'&lt;': 	// A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 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 B</a:t>
            </a: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차수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attach(terms[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++;			break;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#2(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3315" name="Text Box 90"/>
          <p:cNvSpPr txBox="1">
            <a:spLocks noChangeArrowheads="1"/>
          </p:cNvSpPr>
          <p:nvPr/>
        </p:nvSpPr>
        <p:spPr bwMode="auto">
          <a:xfrm>
            <a:off x="958850" y="1673225"/>
            <a:ext cx="7807198" cy="3539430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A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나머지 항들을 이동함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(;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&lt;=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attach(terms[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As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B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의 나머지 항들을 이동함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(;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&lt;=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attach(terms[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*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avail - 1;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&lt;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"%3.1fx^%d + 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"%3.1fx^%d\n"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coef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terms[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].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expon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다항식 표현 방법 </a:t>
            </a:r>
            <a:r>
              <a:rPr lang="en-US" altLang="ko-KR" smtClean="0"/>
              <a:t>#2(</a:t>
            </a:r>
            <a:r>
              <a:rPr lang="ko-KR" altLang="en-US" smtClean="0"/>
              <a:t>계속</a:t>
            </a:r>
            <a:r>
              <a:rPr lang="en-US" altLang="ko-KR" smtClean="0"/>
              <a:t>)</a:t>
            </a:r>
          </a:p>
        </p:txBody>
      </p:sp>
      <p:sp>
        <p:nvSpPr>
          <p:cNvPr id="13315" name="Text Box 90"/>
          <p:cNvSpPr txBox="1">
            <a:spLocks noChangeArrowheads="1"/>
          </p:cNvSpPr>
          <p:nvPr/>
        </p:nvSpPr>
        <p:spPr bwMode="auto">
          <a:xfrm>
            <a:off x="341530" y="1673225"/>
            <a:ext cx="8550950" cy="304698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As = 0, Ae = 2,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3, Be = 5, Cs, Ce;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poly_add2(As, Ae,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Be, &amp;Cs, &amp;Ce);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(As, Ae);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Be);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(“-----------------------------------------------------------------------------\n”);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print_poly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(Cs, Ce);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return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600" kern="0" dirty="0" smtClean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0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희소행렬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562850" cy="2728900"/>
          </a:xfrm>
        </p:spPr>
        <p:txBody>
          <a:bodyPr>
            <a:noAutofit/>
          </a:bodyPr>
          <a:lstStyle/>
          <a:p>
            <a:pPr eaLnBrk="1" hangingPunct="1"/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배열을 이용하여 행렬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(matrix)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을 표현하는 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가지 방법</a:t>
            </a:r>
          </a:p>
          <a:p>
            <a:pPr marL="781050" lvl="1" indent="-323850" eaLnBrk="1" hangingPunct="1">
              <a:buClr>
                <a:srgbClr val="FF3300"/>
              </a:buClr>
              <a:buFont typeface="Wingdings" pitchFamily="2" charset="2"/>
              <a:buNone/>
            </a:pP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(1) 2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차원 배열을 이용하여 배열의 전체 요소를 저장하는 방법</a:t>
            </a:r>
          </a:p>
          <a:p>
            <a:pPr marL="781050" lvl="1" indent="-323850" eaLnBrk="1" hangingPunct="1">
              <a:buClr>
                <a:srgbClr val="FF3300"/>
              </a:buClr>
              <a:buFont typeface="Wingdings" pitchFamily="2" charset="2"/>
              <a:buNone/>
            </a:pP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(2) 0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 아닌 요소들만 저장하는 방법</a:t>
            </a:r>
          </a:p>
          <a:p>
            <a:pPr eaLnBrk="1" hangingPunct="1">
              <a:buClr>
                <a:srgbClr val="FF3300"/>
              </a:buClr>
            </a:pPr>
            <a:r>
              <a:rPr lang="ko-KR" altLang="en-US" sz="2000" dirty="0" err="1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희소행렬</a:t>
            </a:r>
            <a:r>
              <a:rPr lang="en-US" altLang="ko-KR" sz="20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0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대부분의 항들이 </a:t>
            </a:r>
            <a:r>
              <a:rPr lang="en-US" altLang="ko-KR" sz="20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sz="2000" dirty="0" smtClean="0">
                <a:solidFill>
                  <a:srgbClr val="FF33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 배열</a:t>
            </a:r>
          </a:p>
        </p:txBody>
      </p:sp>
      <p:graphicFrame>
        <p:nvGraphicFramePr>
          <p:cNvPr id="3074" name="Object 10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09243836"/>
              </p:ext>
            </p:extLst>
          </p:nvPr>
        </p:nvGraphicFramePr>
        <p:xfrm>
          <a:off x="2321750" y="3654025"/>
          <a:ext cx="3462337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Equation" r:id="rId3" imgW="2628900" imgH="1371600" progId="Equation.3">
                  <p:embed/>
                </p:oleObj>
              </mc:Choice>
              <mc:Fallback>
                <p:oleObj name="Equation" r:id="rId3" imgW="2628900" imgH="137160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50" y="3654025"/>
                        <a:ext cx="3462337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희소행렬 표현방법 </a:t>
            </a:r>
            <a:r>
              <a:rPr lang="en-US" altLang="ko-KR" smtClean="0"/>
              <a:t>#1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562850" cy="16033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차원 배열을 이용하여 배열의 전체 요소를 저장하는 방법</a:t>
            </a:r>
          </a:p>
          <a:p>
            <a:pPr marL="781050" lvl="1" indent="-323850" eaLnBrk="1" hangingPunct="1"/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장점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행렬의 연산들을 간단하게 구현할 수 있다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781050" lvl="1" indent="-323850" eaLnBrk="1" hangingPunct="1"/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단점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대부분의 항들이 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 희소 행렬의 경우 많은 메모리 공간 낭비</a:t>
            </a:r>
          </a:p>
        </p:txBody>
      </p:sp>
      <p:graphicFrame>
        <p:nvGraphicFramePr>
          <p:cNvPr id="4098" name="Object 99"/>
          <p:cNvGraphicFramePr>
            <a:graphicFrameLocks noGrp="1" noChangeAspect="1"/>
          </p:cNvGraphicFramePr>
          <p:nvPr>
            <p:ph sz="half" idx="2"/>
          </p:nvPr>
        </p:nvGraphicFramePr>
        <p:xfrm>
          <a:off x="611188" y="3519488"/>
          <a:ext cx="3462337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1" name="Equation" r:id="rId3" imgW="2628900" imgH="1371600" progId="Equation.3">
                  <p:embed/>
                </p:oleObj>
              </mc:Choice>
              <mc:Fallback>
                <p:oleObj name="Equation" r:id="rId3" imgW="2628900" imgH="137160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19488"/>
                        <a:ext cx="3462337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1" name="Group 4"/>
          <p:cNvGrpSpPr>
            <a:grpSpLocks/>
          </p:cNvGrpSpPr>
          <p:nvPr/>
        </p:nvGrpSpPr>
        <p:grpSpPr bwMode="auto">
          <a:xfrm>
            <a:off x="4616450" y="3743325"/>
            <a:ext cx="1079500" cy="1409700"/>
            <a:chOff x="1842" y="1070"/>
            <a:chExt cx="1726" cy="1772"/>
          </a:xfrm>
        </p:grpSpPr>
        <p:sp>
          <p:nvSpPr>
            <p:cNvPr id="4183" name="AutoShape 5"/>
            <p:cNvSpPr>
              <a:spLocks noChangeArrowheads="1"/>
            </p:cNvSpPr>
            <p:nvPr/>
          </p:nvSpPr>
          <p:spPr bwMode="auto">
            <a:xfrm>
              <a:off x="2212" y="238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7</a:t>
              </a:r>
            </a:p>
          </p:txBody>
        </p:sp>
        <p:sp>
          <p:nvSpPr>
            <p:cNvPr id="4184" name="AutoShape 6"/>
            <p:cNvSpPr>
              <a:spLocks noChangeArrowheads="1"/>
            </p:cNvSpPr>
            <p:nvPr/>
          </p:nvSpPr>
          <p:spPr bwMode="auto">
            <a:xfrm>
              <a:off x="2220" y="190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8</a:t>
              </a:r>
            </a:p>
          </p:txBody>
        </p:sp>
        <p:sp>
          <p:nvSpPr>
            <p:cNvPr id="4185" name="AutoShape 7"/>
            <p:cNvSpPr>
              <a:spLocks noChangeArrowheads="1"/>
            </p:cNvSpPr>
            <p:nvPr/>
          </p:nvSpPr>
          <p:spPr bwMode="auto">
            <a:xfrm>
              <a:off x="2645" y="238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86" name="AutoShape 8"/>
            <p:cNvSpPr>
              <a:spLocks noChangeArrowheads="1"/>
            </p:cNvSpPr>
            <p:nvPr/>
          </p:nvSpPr>
          <p:spPr bwMode="auto">
            <a:xfrm>
              <a:off x="2653" y="190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9</a:t>
              </a:r>
            </a:p>
          </p:txBody>
        </p:sp>
        <p:sp>
          <p:nvSpPr>
            <p:cNvPr id="4187" name="AutoShape 9"/>
            <p:cNvSpPr>
              <a:spLocks noChangeArrowheads="1"/>
            </p:cNvSpPr>
            <p:nvPr/>
          </p:nvSpPr>
          <p:spPr bwMode="auto">
            <a:xfrm>
              <a:off x="3090" y="238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5</a:t>
              </a:r>
            </a:p>
          </p:txBody>
        </p:sp>
        <p:sp>
          <p:nvSpPr>
            <p:cNvPr id="4188" name="AutoShape 10"/>
            <p:cNvSpPr>
              <a:spLocks noChangeArrowheads="1"/>
            </p:cNvSpPr>
            <p:nvPr/>
          </p:nvSpPr>
          <p:spPr bwMode="auto">
            <a:xfrm>
              <a:off x="3098" y="190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89" name="AutoShape 11"/>
            <p:cNvSpPr>
              <a:spLocks noChangeArrowheads="1"/>
            </p:cNvSpPr>
            <p:nvPr/>
          </p:nvSpPr>
          <p:spPr bwMode="auto">
            <a:xfrm>
              <a:off x="2237" y="141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90" name="AutoShape 12"/>
            <p:cNvSpPr>
              <a:spLocks noChangeArrowheads="1"/>
            </p:cNvSpPr>
            <p:nvPr/>
          </p:nvSpPr>
          <p:spPr bwMode="auto">
            <a:xfrm>
              <a:off x="2670" y="141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3</a:t>
              </a:r>
            </a:p>
          </p:txBody>
        </p:sp>
        <p:sp>
          <p:nvSpPr>
            <p:cNvPr id="4191" name="AutoShape 13"/>
            <p:cNvSpPr>
              <a:spLocks noChangeArrowheads="1"/>
            </p:cNvSpPr>
            <p:nvPr/>
          </p:nvSpPr>
          <p:spPr bwMode="auto">
            <a:xfrm>
              <a:off x="3115" y="141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92" name="AutoShape 14"/>
            <p:cNvSpPr>
              <a:spLocks noChangeArrowheads="1"/>
            </p:cNvSpPr>
            <p:nvPr/>
          </p:nvSpPr>
          <p:spPr bwMode="auto">
            <a:xfrm>
              <a:off x="2261" y="1072"/>
              <a:ext cx="393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0</a:t>
              </a:r>
            </a:p>
          </p:txBody>
        </p:sp>
        <p:sp>
          <p:nvSpPr>
            <p:cNvPr id="4193" name="AutoShape 15"/>
            <p:cNvSpPr>
              <a:spLocks noChangeArrowheads="1"/>
            </p:cNvSpPr>
            <p:nvPr/>
          </p:nvSpPr>
          <p:spPr bwMode="auto">
            <a:xfrm>
              <a:off x="2695" y="1072"/>
              <a:ext cx="393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1</a:t>
              </a:r>
            </a:p>
          </p:txBody>
        </p:sp>
        <p:sp>
          <p:nvSpPr>
            <p:cNvPr id="4194" name="AutoShape 16"/>
            <p:cNvSpPr>
              <a:spLocks noChangeArrowheads="1"/>
            </p:cNvSpPr>
            <p:nvPr/>
          </p:nvSpPr>
          <p:spPr bwMode="auto">
            <a:xfrm>
              <a:off x="3139" y="1070"/>
              <a:ext cx="393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2</a:t>
              </a:r>
            </a:p>
          </p:txBody>
        </p:sp>
        <p:sp>
          <p:nvSpPr>
            <p:cNvPr id="4195" name="AutoShape 17"/>
            <p:cNvSpPr>
              <a:spLocks noChangeArrowheads="1"/>
            </p:cNvSpPr>
            <p:nvPr/>
          </p:nvSpPr>
          <p:spPr bwMode="auto">
            <a:xfrm>
              <a:off x="1880" y="1483"/>
              <a:ext cx="394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0</a:t>
              </a:r>
            </a:p>
          </p:txBody>
        </p:sp>
        <p:sp>
          <p:nvSpPr>
            <p:cNvPr id="4196" name="AutoShape 18"/>
            <p:cNvSpPr>
              <a:spLocks noChangeArrowheads="1"/>
            </p:cNvSpPr>
            <p:nvPr/>
          </p:nvSpPr>
          <p:spPr bwMode="auto">
            <a:xfrm>
              <a:off x="1842" y="1966"/>
              <a:ext cx="393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1</a:t>
              </a:r>
            </a:p>
          </p:txBody>
        </p:sp>
        <p:sp>
          <p:nvSpPr>
            <p:cNvPr id="4197" name="AutoShape 19"/>
            <p:cNvSpPr>
              <a:spLocks noChangeArrowheads="1"/>
            </p:cNvSpPr>
            <p:nvPr/>
          </p:nvSpPr>
          <p:spPr bwMode="auto">
            <a:xfrm>
              <a:off x="1847" y="2429"/>
              <a:ext cx="394" cy="40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2</a:t>
              </a:r>
            </a:p>
          </p:txBody>
        </p:sp>
      </p:grpSp>
      <p:grpSp>
        <p:nvGrpSpPr>
          <p:cNvPr id="4102" name="Group 20"/>
          <p:cNvGrpSpPr>
            <a:grpSpLocks/>
          </p:cNvGrpSpPr>
          <p:nvPr/>
        </p:nvGrpSpPr>
        <p:grpSpPr bwMode="auto">
          <a:xfrm>
            <a:off x="6192838" y="3249613"/>
            <a:ext cx="1798637" cy="2178050"/>
            <a:chOff x="1192" y="1012"/>
            <a:chExt cx="2991" cy="2899"/>
          </a:xfrm>
        </p:grpSpPr>
        <p:sp>
          <p:nvSpPr>
            <p:cNvPr id="4105" name="AutoShape 21"/>
            <p:cNvSpPr>
              <a:spLocks noChangeArrowheads="1"/>
            </p:cNvSpPr>
            <p:nvPr/>
          </p:nvSpPr>
          <p:spPr bwMode="auto">
            <a:xfrm>
              <a:off x="1548" y="343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06" name="AutoShape 22"/>
            <p:cNvSpPr>
              <a:spLocks noChangeArrowheads="1"/>
            </p:cNvSpPr>
            <p:nvPr/>
          </p:nvSpPr>
          <p:spPr bwMode="auto">
            <a:xfrm>
              <a:off x="1981" y="343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07" name="AutoShape 23"/>
            <p:cNvSpPr>
              <a:spLocks noChangeArrowheads="1"/>
            </p:cNvSpPr>
            <p:nvPr/>
          </p:nvSpPr>
          <p:spPr bwMode="auto">
            <a:xfrm>
              <a:off x="2426" y="343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08" name="AutoShape 24"/>
            <p:cNvSpPr>
              <a:spLocks noChangeArrowheads="1"/>
            </p:cNvSpPr>
            <p:nvPr/>
          </p:nvSpPr>
          <p:spPr bwMode="auto">
            <a:xfrm>
              <a:off x="1573" y="314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09" name="AutoShape 25"/>
            <p:cNvSpPr>
              <a:spLocks noChangeArrowheads="1"/>
            </p:cNvSpPr>
            <p:nvPr/>
          </p:nvSpPr>
          <p:spPr bwMode="auto">
            <a:xfrm>
              <a:off x="2006" y="314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10" name="AutoShape 26"/>
            <p:cNvSpPr>
              <a:spLocks noChangeArrowheads="1"/>
            </p:cNvSpPr>
            <p:nvPr/>
          </p:nvSpPr>
          <p:spPr bwMode="auto">
            <a:xfrm>
              <a:off x="2451" y="314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11" name="AutoShape 27"/>
            <p:cNvSpPr>
              <a:spLocks noChangeArrowheads="1"/>
            </p:cNvSpPr>
            <p:nvPr/>
          </p:nvSpPr>
          <p:spPr bwMode="auto">
            <a:xfrm>
              <a:off x="1192" y="3488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5</a:t>
              </a:r>
            </a:p>
          </p:txBody>
        </p:sp>
        <p:sp>
          <p:nvSpPr>
            <p:cNvPr id="4112" name="AutoShape 28"/>
            <p:cNvSpPr>
              <a:spLocks noChangeArrowheads="1"/>
            </p:cNvSpPr>
            <p:nvPr/>
          </p:nvSpPr>
          <p:spPr bwMode="auto">
            <a:xfrm>
              <a:off x="2852" y="342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13" name="AutoShape 29"/>
            <p:cNvSpPr>
              <a:spLocks noChangeArrowheads="1"/>
            </p:cNvSpPr>
            <p:nvPr/>
          </p:nvSpPr>
          <p:spPr bwMode="auto">
            <a:xfrm>
              <a:off x="3285" y="342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14" name="AutoShape 30"/>
            <p:cNvSpPr>
              <a:spLocks noChangeArrowheads="1"/>
            </p:cNvSpPr>
            <p:nvPr/>
          </p:nvSpPr>
          <p:spPr bwMode="auto">
            <a:xfrm>
              <a:off x="3730" y="3426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15" name="AutoShape 31"/>
            <p:cNvSpPr>
              <a:spLocks noChangeArrowheads="1"/>
            </p:cNvSpPr>
            <p:nvPr/>
          </p:nvSpPr>
          <p:spPr bwMode="auto">
            <a:xfrm>
              <a:off x="2877" y="3137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16" name="AutoShape 32"/>
            <p:cNvSpPr>
              <a:spLocks noChangeArrowheads="1"/>
            </p:cNvSpPr>
            <p:nvPr/>
          </p:nvSpPr>
          <p:spPr bwMode="auto">
            <a:xfrm>
              <a:off x="3310" y="3137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17" name="AutoShape 33"/>
            <p:cNvSpPr>
              <a:spLocks noChangeArrowheads="1"/>
            </p:cNvSpPr>
            <p:nvPr/>
          </p:nvSpPr>
          <p:spPr bwMode="auto">
            <a:xfrm>
              <a:off x="3755" y="3137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18" name="AutoShape 34"/>
            <p:cNvSpPr>
              <a:spLocks noChangeArrowheads="1"/>
            </p:cNvSpPr>
            <p:nvPr/>
          </p:nvSpPr>
          <p:spPr bwMode="auto">
            <a:xfrm>
              <a:off x="1548" y="302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19" name="AutoShape 35"/>
            <p:cNvSpPr>
              <a:spLocks noChangeArrowheads="1"/>
            </p:cNvSpPr>
            <p:nvPr/>
          </p:nvSpPr>
          <p:spPr bwMode="auto">
            <a:xfrm>
              <a:off x="1981" y="302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0" name="AutoShape 36"/>
            <p:cNvSpPr>
              <a:spLocks noChangeArrowheads="1"/>
            </p:cNvSpPr>
            <p:nvPr/>
          </p:nvSpPr>
          <p:spPr bwMode="auto">
            <a:xfrm>
              <a:off x="2426" y="302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1" name="AutoShape 37"/>
            <p:cNvSpPr>
              <a:spLocks noChangeArrowheads="1"/>
            </p:cNvSpPr>
            <p:nvPr/>
          </p:nvSpPr>
          <p:spPr bwMode="auto">
            <a:xfrm>
              <a:off x="1573" y="273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2" name="AutoShape 38"/>
            <p:cNvSpPr>
              <a:spLocks noChangeArrowheads="1"/>
            </p:cNvSpPr>
            <p:nvPr/>
          </p:nvSpPr>
          <p:spPr bwMode="auto">
            <a:xfrm>
              <a:off x="2006" y="273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23" name="AutoShape 39"/>
            <p:cNvSpPr>
              <a:spLocks noChangeArrowheads="1"/>
            </p:cNvSpPr>
            <p:nvPr/>
          </p:nvSpPr>
          <p:spPr bwMode="auto">
            <a:xfrm>
              <a:off x="2451" y="273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24" name="AutoShape 40"/>
            <p:cNvSpPr>
              <a:spLocks noChangeArrowheads="1"/>
            </p:cNvSpPr>
            <p:nvPr/>
          </p:nvSpPr>
          <p:spPr bwMode="auto">
            <a:xfrm>
              <a:off x="1192" y="3076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4</a:t>
              </a:r>
            </a:p>
          </p:txBody>
        </p:sp>
        <p:sp>
          <p:nvSpPr>
            <p:cNvPr id="4125" name="AutoShape 41"/>
            <p:cNvSpPr>
              <a:spLocks noChangeArrowheads="1"/>
            </p:cNvSpPr>
            <p:nvPr/>
          </p:nvSpPr>
          <p:spPr bwMode="auto">
            <a:xfrm>
              <a:off x="2852" y="301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6" name="AutoShape 42"/>
            <p:cNvSpPr>
              <a:spLocks noChangeArrowheads="1"/>
            </p:cNvSpPr>
            <p:nvPr/>
          </p:nvSpPr>
          <p:spPr bwMode="auto">
            <a:xfrm>
              <a:off x="3285" y="301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7" name="AutoShape 43"/>
            <p:cNvSpPr>
              <a:spLocks noChangeArrowheads="1"/>
            </p:cNvSpPr>
            <p:nvPr/>
          </p:nvSpPr>
          <p:spPr bwMode="auto">
            <a:xfrm>
              <a:off x="3730" y="301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28" name="AutoShape 44"/>
            <p:cNvSpPr>
              <a:spLocks noChangeArrowheads="1"/>
            </p:cNvSpPr>
            <p:nvPr/>
          </p:nvSpPr>
          <p:spPr bwMode="auto">
            <a:xfrm>
              <a:off x="2877" y="2726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29" name="AutoShape 45"/>
            <p:cNvSpPr>
              <a:spLocks noChangeArrowheads="1"/>
            </p:cNvSpPr>
            <p:nvPr/>
          </p:nvSpPr>
          <p:spPr bwMode="auto">
            <a:xfrm>
              <a:off x="3310" y="2726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30" name="AutoShape 46"/>
            <p:cNvSpPr>
              <a:spLocks noChangeArrowheads="1"/>
            </p:cNvSpPr>
            <p:nvPr/>
          </p:nvSpPr>
          <p:spPr bwMode="auto">
            <a:xfrm>
              <a:off x="3755" y="2726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31" name="AutoShape 47"/>
            <p:cNvSpPr>
              <a:spLocks noChangeArrowheads="1"/>
            </p:cNvSpPr>
            <p:nvPr/>
          </p:nvSpPr>
          <p:spPr bwMode="auto">
            <a:xfrm>
              <a:off x="1548" y="2610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6</a:t>
              </a:r>
            </a:p>
          </p:txBody>
        </p:sp>
        <p:sp>
          <p:nvSpPr>
            <p:cNvPr id="4132" name="AutoShape 48"/>
            <p:cNvSpPr>
              <a:spLocks noChangeArrowheads="1"/>
            </p:cNvSpPr>
            <p:nvPr/>
          </p:nvSpPr>
          <p:spPr bwMode="auto">
            <a:xfrm>
              <a:off x="1981" y="2610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5</a:t>
              </a:r>
            </a:p>
          </p:txBody>
        </p:sp>
        <p:sp>
          <p:nvSpPr>
            <p:cNvPr id="4133" name="AutoShape 49"/>
            <p:cNvSpPr>
              <a:spLocks noChangeArrowheads="1"/>
            </p:cNvSpPr>
            <p:nvPr/>
          </p:nvSpPr>
          <p:spPr bwMode="auto">
            <a:xfrm>
              <a:off x="2426" y="2610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34" name="AutoShape 50"/>
            <p:cNvSpPr>
              <a:spLocks noChangeArrowheads="1"/>
            </p:cNvSpPr>
            <p:nvPr/>
          </p:nvSpPr>
          <p:spPr bwMode="auto">
            <a:xfrm>
              <a:off x="1573" y="2321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35" name="AutoShape 51"/>
            <p:cNvSpPr>
              <a:spLocks noChangeArrowheads="1"/>
            </p:cNvSpPr>
            <p:nvPr/>
          </p:nvSpPr>
          <p:spPr bwMode="auto">
            <a:xfrm>
              <a:off x="2006" y="2321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36" name="AutoShape 52"/>
            <p:cNvSpPr>
              <a:spLocks noChangeArrowheads="1"/>
            </p:cNvSpPr>
            <p:nvPr/>
          </p:nvSpPr>
          <p:spPr bwMode="auto">
            <a:xfrm>
              <a:off x="2451" y="2321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37" name="AutoShape 53"/>
            <p:cNvSpPr>
              <a:spLocks noChangeArrowheads="1"/>
            </p:cNvSpPr>
            <p:nvPr/>
          </p:nvSpPr>
          <p:spPr bwMode="auto">
            <a:xfrm>
              <a:off x="1192" y="2667"/>
              <a:ext cx="391" cy="42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3</a:t>
              </a:r>
            </a:p>
          </p:txBody>
        </p:sp>
        <p:sp>
          <p:nvSpPr>
            <p:cNvPr id="4138" name="AutoShape 54"/>
            <p:cNvSpPr>
              <a:spLocks noChangeArrowheads="1"/>
            </p:cNvSpPr>
            <p:nvPr/>
          </p:nvSpPr>
          <p:spPr bwMode="auto">
            <a:xfrm>
              <a:off x="2852" y="2604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39" name="AutoShape 55"/>
            <p:cNvSpPr>
              <a:spLocks noChangeArrowheads="1"/>
            </p:cNvSpPr>
            <p:nvPr/>
          </p:nvSpPr>
          <p:spPr bwMode="auto">
            <a:xfrm>
              <a:off x="3285" y="2604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0" name="AutoShape 56"/>
            <p:cNvSpPr>
              <a:spLocks noChangeArrowheads="1"/>
            </p:cNvSpPr>
            <p:nvPr/>
          </p:nvSpPr>
          <p:spPr bwMode="auto">
            <a:xfrm>
              <a:off x="3730" y="2604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1" name="AutoShape 57"/>
            <p:cNvSpPr>
              <a:spLocks noChangeArrowheads="1"/>
            </p:cNvSpPr>
            <p:nvPr/>
          </p:nvSpPr>
          <p:spPr bwMode="auto">
            <a:xfrm>
              <a:off x="2877" y="2315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2" name="AutoShape 58"/>
            <p:cNvSpPr>
              <a:spLocks noChangeArrowheads="1"/>
            </p:cNvSpPr>
            <p:nvPr/>
          </p:nvSpPr>
          <p:spPr bwMode="auto">
            <a:xfrm>
              <a:off x="3310" y="2315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43" name="AutoShape 59"/>
            <p:cNvSpPr>
              <a:spLocks noChangeArrowheads="1"/>
            </p:cNvSpPr>
            <p:nvPr/>
          </p:nvSpPr>
          <p:spPr bwMode="auto">
            <a:xfrm>
              <a:off x="3755" y="2315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44" name="AutoShape 60"/>
            <p:cNvSpPr>
              <a:spLocks noChangeArrowheads="1"/>
            </p:cNvSpPr>
            <p:nvPr/>
          </p:nvSpPr>
          <p:spPr bwMode="auto">
            <a:xfrm>
              <a:off x="1548" y="2198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5" name="AutoShape 61"/>
            <p:cNvSpPr>
              <a:spLocks noChangeArrowheads="1"/>
            </p:cNvSpPr>
            <p:nvPr/>
          </p:nvSpPr>
          <p:spPr bwMode="auto">
            <a:xfrm>
              <a:off x="1981" y="2198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6" name="AutoShape 62"/>
            <p:cNvSpPr>
              <a:spLocks noChangeArrowheads="1"/>
            </p:cNvSpPr>
            <p:nvPr/>
          </p:nvSpPr>
          <p:spPr bwMode="auto">
            <a:xfrm>
              <a:off x="2426" y="2198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7" name="AutoShape 63"/>
            <p:cNvSpPr>
              <a:spLocks noChangeArrowheads="1"/>
            </p:cNvSpPr>
            <p:nvPr/>
          </p:nvSpPr>
          <p:spPr bwMode="auto">
            <a:xfrm>
              <a:off x="1573" y="1909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48" name="AutoShape 64"/>
            <p:cNvSpPr>
              <a:spLocks noChangeArrowheads="1"/>
            </p:cNvSpPr>
            <p:nvPr/>
          </p:nvSpPr>
          <p:spPr bwMode="auto">
            <a:xfrm>
              <a:off x="2006" y="1909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49" name="AutoShape 65"/>
            <p:cNvSpPr>
              <a:spLocks noChangeArrowheads="1"/>
            </p:cNvSpPr>
            <p:nvPr/>
          </p:nvSpPr>
          <p:spPr bwMode="auto">
            <a:xfrm>
              <a:off x="2451" y="1909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50" name="AutoShape 66"/>
            <p:cNvSpPr>
              <a:spLocks noChangeArrowheads="1"/>
            </p:cNvSpPr>
            <p:nvPr/>
          </p:nvSpPr>
          <p:spPr bwMode="auto">
            <a:xfrm>
              <a:off x="1192" y="2255"/>
              <a:ext cx="391" cy="42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2</a:t>
              </a:r>
            </a:p>
          </p:txBody>
        </p:sp>
        <p:sp>
          <p:nvSpPr>
            <p:cNvPr id="4151" name="AutoShape 67"/>
            <p:cNvSpPr>
              <a:spLocks noChangeArrowheads="1"/>
            </p:cNvSpPr>
            <p:nvPr/>
          </p:nvSpPr>
          <p:spPr bwMode="auto">
            <a:xfrm>
              <a:off x="2852" y="219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52" name="AutoShape 68"/>
            <p:cNvSpPr>
              <a:spLocks noChangeArrowheads="1"/>
            </p:cNvSpPr>
            <p:nvPr/>
          </p:nvSpPr>
          <p:spPr bwMode="auto">
            <a:xfrm>
              <a:off x="3285" y="219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53" name="AutoShape 69"/>
            <p:cNvSpPr>
              <a:spLocks noChangeArrowheads="1"/>
            </p:cNvSpPr>
            <p:nvPr/>
          </p:nvSpPr>
          <p:spPr bwMode="auto">
            <a:xfrm>
              <a:off x="3730" y="2192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54" name="AutoShape 70"/>
            <p:cNvSpPr>
              <a:spLocks noChangeArrowheads="1"/>
            </p:cNvSpPr>
            <p:nvPr/>
          </p:nvSpPr>
          <p:spPr bwMode="auto">
            <a:xfrm>
              <a:off x="2877" y="190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55" name="AutoShape 71"/>
            <p:cNvSpPr>
              <a:spLocks noChangeArrowheads="1"/>
            </p:cNvSpPr>
            <p:nvPr/>
          </p:nvSpPr>
          <p:spPr bwMode="auto">
            <a:xfrm>
              <a:off x="3310" y="190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56" name="AutoShape 72"/>
            <p:cNvSpPr>
              <a:spLocks noChangeArrowheads="1"/>
            </p:cNvSpPr>
            <p:nvPr/>
          </p:nvSpPr>
          <p:spPr bwMode="auto">
            <a:xfrm>
              <a:off x="3755" y="1903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57" name="AutoShape 73"/>
            <p:cNvSpPr>
              <a:spLocks noChangeArrowheads="1"/>
            </p:cNvSpPr>
            <p:nvPr/>
          </p:nvSpPr>
          <p:spPr bwMode="auto">
            <a:xfrm>
              <a:off x="1548" y="1787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9</a:t>
              </a:r>
            </a:p>
          </p:txBody>
        </p:sp>
        <p:sp>
          <p:nvSpPr>
            <p:cNvPr id="4158" name="AutoShape 74"/>
            <p:cNvSpPr>
              <a:spLocks noChangeArrowheads="1"/>
            </p:cNvSpPr>
            <p:nvPr/>
          </p:nvSpPr>
          <p:spPr bwMode="auto">
            <a:xfrm>
              <a:off x="1981" y="1787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59" name="AutoShape 75"/>
            <p:cNvSpPr>
              <a:spLocks noChangeArrowheads="1"/>
            </p:cNvSpPr>
            <p:nvPr/>
          </p:nvSpPr>
          <p:spPr bwMode="auto">
            <a:xfrm>
              <a:off x="2426" y="1787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60" name="AutoShape 76"/>
            <p:cNvSpPr>
              <a:spLocks noChangeArrowheads="1"/>
            </p:cNvSpPr>
            <p:nvPr/>
          </p:nvSpPr>
          <p:spPr bwMode="auto">
            <a:xfrm>
              <a:off x="1573" y="1498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61" name="AutoShape 77"/>
            <p:cNvSpPr>
              <a:spLocks noChangeArrowheads="1"/>
            </p:cNvSpPr>
            <p:nvPr/>
          </p:nvSpPr>
          <p:spPr bwMode="auto">
            <a:xfrm>
              <a:off x="2006" y="1498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62" name="AutoShape 78"/>
            <p:cNvSpPr>
              <a:spLocks noChangeArrowheads="1"/>
            </p:cNvSpPr>
            <p:nvPr/>
          </p:nvSpPr>
          <p:spPr bwMode="auto">
            <a:xfrm>
              <a:off x="2451" y="1498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63" name="AutoShape 79"/>
            <p:cNvSpPr>
              <a:spLocks noChangeArrowheads="1"/>
            </p:cNvSpPr>
            <p:nvPr/>
          </p:nvSpPr>
          <p:spPr bwMode="auto">
            <a:xfrm>
              <a:off x="1192" y="1843"/>
              <a:ext cx="391" cy="422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1</a:t>
              </a:r>
            </a:p>
          </p:txBody>
        </p:sp>
        <p:sp>
          <p:nvSpPr>
            <p:cNvPr id="4164" name="AutoShape 80"/>
            <p:cNvSpPr>
              <a:spLocks noChangeArrowheads="1"/>
            </p:cNvSpPr>
            <p:nvPr/>
          </p:nvSpPr>
          <p:spPr bwMode="auto">
            <a:xfrm>
              <a:off x="2852" y="178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65" name="AutoShape 81"/>
            <p:cNvSpPr>
              <a:spLocks noChangeArrowheads="1"/>
            </p:cNvSpPr>
            <p:nvPr/>
          </p:nvSpPr>
          <p:spPr bwMode="auto">
            <a:xfrm>
              <a:off x="3285" y="178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66" name="AutoShape 82"/>
            <p:cNvSpPr>
              <a:spLocks noChangeArrowheads="1"/>
            </p:cNvSpPr>
            <p:nvPr/>
          </p:nvSpPr>
          <p:spPr bwMode="auto">
            <a:xfrm>
              <a:off x="3730" y="1781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8</a:t>
              </a:r>
            </a:p>
          </p:txBody>
        </p:sp>
        <p:sp>
          <p:nvSpPr>
            <p:cNvPr id="4167" name="AutoShape 83"/>
            <p:cNvSpPr>
              <a:spLocks noChangeArrowheads="1"/>
            </p:cNvSpPr>
            <p:nvPr/>
          </p:nvSpPr>
          <p:spPr bwMode="auto">
            <a:xfrm>
              <a:off x="2877" y="149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68" name="AutoShape 84"/>
            <p:cNvSpPr>
              <a:spLocks noChangeArrowheads="1"/>
            </p:cNvSpPr>
            <p:nvPr/>
          </p:nvSpPr>
          <p:spPr bwMode="auto">
            <a:xfrm>
              <a:off x="3310" y="149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1</a:t>
              </a:r>
            </a:p>
          </p:txBody>
        </p:sp>
        <p:sp>
          <p:nvSpPr>
            <p:cNvPr id="4169" name="AutoShape 85"/>
            <p:cNvSpPr>
              <a:spLocks noChangeArrowheads="1"/>
            </p:cNvSpPr>
            <p:nvPr/>
          </p:nvSpPr>
          <p:spPr bwMode="auto">
            <a:xfrm>
              <a:off x="3755" y="1492"/>
              <a:ext cx="391" cy="289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2</a:t>
              </a:r>
            </a:p>
          </p:txBody>
        </p:sp>
        <p:sp>
          <p:nvSpPr>
            <p:cNvPr id="4170" name="AutoShape 86"/>
            <p:cNvSpPr>
              <a:spLocks noChangeArrowheads="1"/>
            </p:cNvSpPr>
            <p:nvPr/>
          </p:nvSpPr>
          <p:spPr bwMode="auto">
            <a:xfrm>
              <a:off x="1548" y="137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71" name="AutoShape 87"/>
            <p:cNvSpPr>
              <a:spLocks noChangeArrowheads="1"/>
            </p:cNvSpPr>
            <p:nvPr/>
          </p:nvSpPr>
          <p:spPr bwMode="auto">
            <a:xfrm>
              <a:off x="1981" y="137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72" name="AutoShape 88"/>
            <p:cNvSpPr>
              <a:spLocks noChangeArrowheads="1"/>
            </p:cNvSpPr>
            <p:nvPr/>
          </p:nvSpPr>
          <p:spPr bwMode="auto">
            <a:xfrm>
              <a:off x="2426" y="1375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73" name="AutoShape 89"/>
            <p:cNvSpPr>
              <a:spLocks noChangeArrowheads="1"/>
            </p:cNvSpPr>
            <p:nvPr/>
          </p:nvSpPr>
          <p:spPr bwMode="auto">
            <a:xfrm>
              <a:off x="1572" y="1018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0</a:t>
              </a:r>
            </a:p>
          </p:txBody>
        </p:sp>
        <p:sp>
          <p:nvSpPr>
            <p:cNvPr id="4174" name="AutoShape 90"/>
            <p:cNvSpPr>
              <a:spLocks noChangeArrowheads="1"/>
            </p:cNvSpPr>
            <p:nvPr/>
          </p:nvSpPr>
          <p:spPr bwMode="auto">
            <a:xfrm>
              <a:off x="2005" y="1018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1</a:t>
              </a:r>
            </a:p>
          </p:txBody>
        </p:sp>
        <p:sp>
          <p:nvSpPr>
            <p:cNvPr id="4175" name="AutoShape 91"/>
            <p:cNvSpPr>
              <a:spLocks noChangeArrowheads="1"/>
            </p:cNvSpPr>
            <p:nvPr/>
          </p:nvSpPr>
          <p:spPr bwMode="auto">
            <a:xfrm>
              <a:off x="2451" y="1018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2</a:t>
              </a:r>
            </a:p>
          </p:txBody>
        </p:sp>
        <p:sp>
          <p:nvSpPr>
            <p:cNvPr id="4176" name="AutoShape 92"/>
            <p:cNvSpPr>
              <a:spLocks noChangeArrowheads="1"/>
            </p:cNvSpPr>
            <p:nvPr/>
          </p:nvSpPr>
          <p:spPr bwMode="auto">
            <a:xfrm>
              <a:off x="1192" y="1430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0</a:t>
              </a:r>
            </a:p>
          </p:txBody>
        </p:sp>
        <p:sp>
          <p:nvSpPr>
            <p:cNvPr id="4177" name="AutoShape 93"/>
            <p:cNvSpPr>
              <a:spLocks noChangeArrowheads="1"/>
            </p:cNvSpPr>
            <p:nvPr/>
          </p:nvSpPr>
          <p:spPr bwMode="auto">
            <a:xfrm>
              <a:off x="2852" y="136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7</a:t>
              </a:r>
            </a:p>
          </p:txBody>
        </p:sp>
        <p:sp>
          <p:nvSpPr>
            <p:cNvPr id="4178" name="AutoShape 94"/>
            <p:cNvSpPr>
              <a:spLocks noChangeArrowheads="1"/>
            </p:cNvSpPr>
            <p:nvPr/>
          </p:nvSpPr>
          <p:spPr bwMode="auto">
            <a:xfrm>
              <a:off x="3285" y="136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79" name="AutoShape 95"/>
            <p:cNvSpPr>
              <a:spLocks noChangeArrowheads="1"/>
            </p:cNvSpPr>
            <p:nvPr/>
          </p:nvSpPr>
          <p:spPr bwMode="auto">
            <a:xfrm>
              <a:off x="3730" y="1369"/>
              <a:ext cx="453" cy="453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Lucida Console" pitchFamily="49" charset="0"/>
                  <a:ea typeface="굴림" pitchFamily="50" charset="-127"/>
                </a:rPr>
                <a:t>0</a:t>
              </a:r>
            </a:p>
          </p:txBody>
        </p:sp>
        <p:sp>
          <p:nvSpPr>
            <p:cNvPr id="4180" name="AutoShape 96"/>
            <p:cNvSpPr>
              <a:spLocks noChangeArrowheads="1"/>
            </p:cNvSpPr>
            <p:nvPr/>
          </p:nvSpPr>
          <p:spPr bwMode="auto">
            <a:xfrm>
              <a:off x="2876" y="1012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3</a:t>
              </a:r>
            </a:p>
          </p:txBody>
        </p:sp>
        <p:sp>
          <p:nvSpPr>
            <p:cNvPr id="4181" name="AutoShape 97"/>
            <p:cNvSpPr>
              <a:spLocks noChangeArrowheads="1"/>
            </p:cNvSpPr>
            <p:nvPr/>
          </p:nvSpPr>
          <p:spPr bwMode="auto">
            <a:xfrm>
              <a:off x="3309" y="1012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4</a:t>
              </a:r>
            </a:p>
          </p:txBody>
        </p:sp>
        <p:sp>
          <p:nvSpPr>
            <p:cNvPr id="4182" name="AutoShape 98"/>
            <p:cNvSpPr>
              <a:spLocks noChangeArrowheads="1"/>
            </p:cNvSpPr>
            <p:nvPr/>
          </p:nvSpPr>
          <p:spPr bwMode="auto">
            <a:xfrm>
              <a:off x="3755" y="1012"/>
              <a:ext cx="391" cy="423"/>
            </a:xfrm>
            <a:prstGeom prst="cube">
              <a:avLst>
                <a:gd name="adj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 i="1">
                  <a:latin typeface="HY엽서L" pitchFamily="18" charset="-127"/>
                  <a:ea typeface="HY엽서L" pitchFamily="18" charset="-127"/>
                </a:rPr>
                <a:t>5</a:t>
              </a:r>
            </a:p>
          </p:txBody>
        </p:sp>
      </p:grpSp>
      <p:sp>
        <p:nvSpPr>
          <p:cNvPr id="4103" name="Text Box 100"/>
          <p:cNvSpPr txBox="1">
            <a:spLocks noChangeArrowheads="1"/>
          </p:cNvSpPr>
          <p:nvPr/>
        </p:nvSpPr>
        <p:spPr bwMode="auto">
          <a:xfrm>
            <a:off x="4257675" y="4329113"/>
            <a:ext cx="498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/>
            <a:r>
              <a:rPr lang="en-US" altLang="ko-KR"/>
              <a:t>A=</a:t>
            </a:r>
          </a:p>
        </p:txBody>
      </p:sp>
      <p:sp>
        <p:nvSpPr>
          <p:cNvPr id="4104" name="Text Box 101"/>
          <p:cNvSpPr txBox="1">
            <a:spLocks noChangeArrowheads="1"/>
          </p:cNvSpPr>
          <p:nvPr/>
        </p:nvSpPr>
        <p:spPr bwMode="auto">
          <a:xfrm>
            <a:off x="5832475" y="4329113"/>
            <a:ext cx="479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/>
            <a:r>
              <a:rPr lang="en-US" altLang="ko-KR"/>
              <a:t>B=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 smtClean="0"/>
              <a:t>행렬 덧셈</a:t>
            </a:r>
            <a:endParaRPr lang="ko-KR" altLang="en-US" dirty="0"/>
          </a:p>
        </p:txBody>
      </p:sp>
      <p:sp>
        <p:nvSpPr>
          <p:cNvPr id="63491" name="내용 개체 틀 2"/>
          <p:cNvSpPr>
            <a:spLocks noGrp="1"/>
          </p:cNvSpPr>
          <p:nvPr>
            <p:ph sz="quarter" idx="1"/>
          </p:nvPr>
        </p:nvSpPr>
        <p:spPr>
          <a:xfrm>
            <a:off x="504353" y="1643529"/>
            <a:ext cx="8153400" cy="4495800"/>
          </a:xfrm>
        </p:spPr>
        <p:txBody>
          <a:bodyPr/>
          <a:lstStyle/>
          <a:p>
            <a:r>
              <a:rPr lang="ko-KR" altLang="en-US" dirty="0">
                <a:latin typeface="Trebuchet MS" pitchFamily="34" charset="0"/>
              </a:rPr>
              <a:t>행렬</a:t>
            </a:r>
            <a:r>
              <a:rPr lang="en-US" altLang="ko-KR" dirty="0">
                <a:latin typeface="Trebuchet MS" pitchFamily="34" charset="0"/>
              </a:rPr>
              <a:t>(matrix)</a:t>
            </a:r>
            <a:r>
              <a:rPr lang="ko-KR" altLang="en-US" dirty="0">
                <a:latin typeface="Trebuchet MS" pitchFamily="34" charset="0"/>
              </a:rPr>
              <a:t>는</a:t>
            </a:r>
            <a:r>
              <a:rPr lang="en-US" altLang="ko-KR" dirty="0">
                <a:latin typeface="Trebuchet MS" pitchFamily="34" charset="0"/>
              </a:rPr>
              <a:t> </a:t>
            </a:r>
            <a:r>
              <a:rPr lang="ko-KR" altLang="en-US" dirty="0">
                <a:latin typeface="Trebuchet MS" pitchFamily="34" charset="0"/>
              </a:rPr>
              <a:t>자연과학에서 많은 문제를 해결하는데 사용</a:t>
            </a:r>
          </a:p>
          <a:p>
            <a:endParaRPr lang="ko-KR" altLang="en-US" dirty="0">
              <a:latin typeface="Trebuchet MS" pitchFamily="34" charset="0"/>
            </a:endParaRPr>
          </a:p>
        </p:txBody>
      </p:sp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207" y="2196193"/>
            <a:ext cx="34385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33BF63-2537-42FF-9BD9-FD13828A4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72" y="3891429"/>
            <a:ext cx="7478163" cy="97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5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600" dirty="0"/>
              <a:t>Sol</a:t>
            </a:r>
            <a:r>
              <a:rPr lang="en-US" altLang="ko-KR" sz="3600" dirty="0" smtClean="0"/>
              <a:t>: </a:t>
            </a:r>
            <a:r>
              <a:rPr lang="ko-KR" altLang="en-US" sz="3600" dirty="0" smtClean="0"/>
              <a:t>행렬 덧셈</a:t>
            </a:r>
            <a:endParaRPr lang="ko-KR" altLang="en-US" sz="3600" dirty="0"/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968058" y="1057638"/>
            <a:ext cx="7759700" cy="557176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2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</a:rPr>
              <a:t>stdio.h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</a:rPr>
              <a:t>#define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ROWS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</a:rPr>
              <a:t>#define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COLS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3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r, c;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A[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ROWS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COLS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 = { { 1,0,0 }, { 0,1,0 }, { 0,0,1 }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B[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ROWS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COLS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 = { { 1,0,0 }, { 0,1,0 }, { 0,0,1 }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C[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ROWS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][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COLS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두개의 행렬을 더한다</a:t>
            </a:r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.</a:t>
            </a: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pt-BR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for</a:t>
            </a: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(r = 0; r &lt; </a:t>
            </a:r>
            <a:r>
              <a:rPr lang="pt-BR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ROWS</a:t>
            </a: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; r++)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(c = 0; c &lt; </a:t>
            </a:r>
            <a:r>
              <a:rPr lang="en-US" altLang="ko-KR" sz="1600" dirty="0">
                <a:solidFill>
                  <a:srgbClr val="6F008A"/>
                </a:solidFill>
                <a:latin typeface="Trebuchet MS" panose="020B0603020202020204" pitchFamily="34" charset="0"/>
              </a:rPr>
              <a:t>COLS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;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</a:rPr>
              <a:t>c++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                C[r][c] = A[r][c] + B[r][c];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                printf(</a:t>
            </a:r>
            <a:r>
              <a:rPr lang="pt-BR" altLang="ko-KR" sz="1600" dirty="0">
                <a:solidFill>
                  <a:srgbClr val="A31515"/>
                </a:solidFill>
                <a:latin typeface="Trebuchet MS" panose="020B0603020202020204" pitchFamily="34" charset="0"/>
              </a:rPr>
              <a:t>"%d "</a:t>
            </a:r>
            <a:r>
              <a:rPr lang="pt-BR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, C[r][c]);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        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    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</a:rPr>
              <a:t>"\n"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6451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2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omic Sans MS" pitchFamily="66" charset="0"/>
                <a:ea typeface="굴림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kumimoji="0" lang="ko-KR" altLang="en-US" sz="18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4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행렬 전치 </a:t>
            </a:r>
            <a:r>
              <a:rPr lang="en-US" altLang="ko-KR" dirty="0" smtClean="0"/>
              <a:t>#1</a:t>
            </a:r>
            <a:endParaRPr lang="ko-KR" altLang="en-US" dirty="0" smtClean="0"/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701570" y="1219200"/>
            <a:ext cx="8010890" cy="5016758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#define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3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#define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3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행렬 전치 함수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matrix_transpose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],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r = 0; r&lt;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r++)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 = 0; c&lt;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c++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B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[c][r] =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[r][c];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matrix_print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"====================\n"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r = 0; r&lt;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r++)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 = 0; c&lt;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c++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"%d 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[r][c]);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"====================\n"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전치 </a:t>
            </a:r>
            <a:r>
              <a:rPr lang="en-US" altLang="ko-KR" dirty="0"/>
              <a:t>#1</a:t>
            </a:r>
            <a:endParaRPr lang="ko-KR" altLang="en-US" dirty="0" smtClean="0"/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522288" y="1719263"/>
            <a:ext cx="6975475" cy="384509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array1[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 = { { 2,3,0 },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 8,9,1 },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 7,0,5 } };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array2[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ROWS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COLS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matrix_transpose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(array1, array2);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matrix_print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(array1);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matrix_print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(array2);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return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전치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l="2049"/>
          <a:stretch/>
        </p:blipFill>
        <p:spPr>
          <a:xfrm>
            <a:off x="2366755" y="2258870"/>
            <a:ext cx="4563834" cy="323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6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701570" y="228600"/>
            <a:ext cx="7508980" cy="914400"/>
          </a:xfrm>
        </p:spPr>
        <p:txBody>
          <a:bodyPr/>
          <a:lstStyle/>
          <a:p>
            <a:pPr eaLnBrk="1" hangingPunct="1"/>
            <a:r>
              <a:rPr lang="ko-KR" altLang="en-US" dirty="0" err="1" smtClean="0"/>
              <a:t>희소행렬</a:t>
            </a:r>
            <a:r>
              <a:rPr lang="ko-KR" altLang="en-US" dirty="0" smtClean="0"/>
              <a:t> 표현방법 </a:t>
            </a:r>
            <a:r>
              <a:rPr lang="en-US" altLang="ko-KR" dirty="0" smtClean="0"/>
              <a:t>#2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8058150" cy="17383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 아닌 요소들만 저장하는 방법</a:t>
            </a:r>
          </a:p>
          <a:p>
            <a:pPr lvl="1" eaLnBrk="1" hangingPunct="1"/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장점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희소 행렬의 경우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메모리 공간의 절약</a:t>
            </a:r>
          </a:p>
          <a:p>
            <a:pPr lvl="1" eaLnBrk="1" hangingPunct="1"/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단점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각종 행렬 연산들의 구현이 복잡해진다</a:t>
            </a:r>
            <a:r>
              <a:rPr lang="en-US" altLang="ko-KR" sz="1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grpSp>
        <p:nvGrpSpPr>
          <p:cNvPr id="5125" name="Group 110"/>
          <p:cNvGrpSpPr>
            <a:grpSpLocks/>
          </p:cNvGrpSpPr>
          <p:nvPr/>
        </p:nvGrpSpPr>
        <p:grpSpPr bwMode="auto">
          <a:xfrm>
            <a:off x="1106488" y="2798763"/>
            <a:ext cx="6794500" cy="3252787"/>
            <a:chOff x="243" y="984"/>
            <a:chExt cx="5188" cy="2660"/>
          </a:xfrm>
        </p:grpSpPr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2852" y="1294"/>
              <a:ext cx="850" cy="2350"/>
              <a:chOff x="1142" y="453"/>
              <a:chExt cx="1700" cy="3278"/>
            </a:xfrm>
          </p:grpSpPr>
          <p:sp>
            <p:nvSpPr>
              <p:cNvPr id="5182" name="AutoShape 7"/>
              <p:cNvSpPr>
                <a:spLocks noChangeArrowheads="1"/>
              </p:cNvSpPr>
              <p:nvPr/>
            </p:nvSpPr>
            <p:spPr bwMode="auto">
              <a:xfrm>
                <a:off x="1498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83" name="AutoShape 8"/>
              <p:cNvSpPr>
                <a:spLocks noChangeArrowheads="1"/>
              </p:cNvSpPr>
              <p:nvPr/>
            </p:nvSpPr>
            <p:spPr bwMode="auto">
              <a:xfrm>
                <a:off x="1931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84" name="AutoShape 9"/>
              <p:cNvSpPr>
                <a:spLocks noChangeArrowheads="1"/>
              </p:cNvSpPr>
              <p:nvPr/>
            </p:nvSpPr>
            <p:spPr bwMode="auto">
              <a:xfrm>
                <a:off x="2376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5</a:t>
                </a:r>
              </a:p>
            </p:txBody>
          </p:sp>
          <p:sp>
            <p:nvSpPr>
              <p:cNvPr id="5185" name="AutoShape 10"/>
              <p:cNvSpPr>
                <a:spLocks noChangeArrowheads="1"/>
              </p:cNvSpPr>
              <p:nvPr/>
            </p:nvSpPr>
            <p:spPr bwMode="auto">
              <a:xfrm>
                <a:off x="1142" y="3326"/>
                <a:ext cx="395" cy="405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6</a:t>
                </a:r>
              </a:p>
            </p:txBody>
          </p:sp>
          <p:sp>
            <p:nvSpPr>
              <p:cNvPr id="5186" name="AutoShape 11"/>
              <p:cNvSpPr>
                <a:spLocks noChangeArrowheads="1"/>
              </p:cNvSpPr>
              <p:nvPr/>
            </p:nvSpPr>
            <p:spPr bwMode="auto">
              <a:xfrm>
                <a:off x="1511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87" name="AutoShape 12"/>
              <p:cNvSpPr>
                <a:spLocks noChangeArrowheads="1"/>
              </p:cNvSpPr>
              <p:nvPr/>
            </p:nvSpPr>
            <p:spPr bwMode="auto">
              <a:xfrm>
                <a:off x="1944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88" name="AutoShape 13"/>
              <p:cNvSpPr>
                <a:spLocks noChangeArrowheads="1"/>
              </p:cNvSpPr>
              <p:nvPr/>
            </p:nvSpPr>
            <p:spPr bwMode="auto">
              <a:xfrm>
                <a:off x="2389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7</a:t>
                </a:r>
              </a:p>
            </p:txBody>
          </p:sp>
          <p:sp>
            <p:nvSpPr>
              <p:cNvPr id="5189" name="AutoShape 14"/>
              <p:cNvSpPr>
                <a:spLocks noChangeArrowheads="1"/>
              </p:cNvSpPr>
              <p:nvPr/>
            </p:nvSpPr>
            <p:spPr bwMode="auto">
              <a:xfrm>
                <a:off x="1536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90" name="AutoShape 15"/>
              <p:cNvSpPr>
                <a:spLocks noChangeArrowheads="1"/>
              </p:cNvSpPr>
              <p:nvPr/>
            </p:nvSpPr>
            <p:spPr bwMode="auto">
              <a:xfrm>
                <a:off x="1969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91" name="AutoShape 16"/>
              <p:cNvSpPr>
                <a:spLocks noChangeArrowheads="1"/>
              </p:cNvSpPr>
              <p:nvPr/>
            </p:nvSpPr>
            <p:spPr bwMode="auto">
              <a:xfrm>
                <a:off x="2414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92" name="AutoShape 17"/>
              <p:cNvSpPr>
                <a:spLocks noChangeArrowheads="1"/>
              </p:cNvSpPr>
              <p:nvPr/>
            </p:nvSpPr>
            <p:spPr bwMode="auto">
              <a:xfrm>
                <a:off x="1154" y="2924"/>
                <a:ext cx="395" cy="405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5</a:t>
                </a:r>
              </a:p>
            </p:txBody>
          </p:sp>
          <p:sp>
            <p:nvSpPr>
              <p:cNvPr id="5193" name="AutoShape 18"/>
              <p:cNvSpPr>
                <a:spLocks noChangeArrowheads="1"/>
              </p:cNvSpPr>
              <p:nvPr/>
            </p:nvSpPr>
            <p:spPr bwMode="auto">
              <a:xfrm>
                <a:off x="1511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94" name="AutoShape 19"/>
              <p:cNvSpPr>
                <a:spLocks noChangeArrowheads="1"/>
              </p:cNvSpPr>
              <p:nvPr/>
            </p:nvSpPr>
            <p:spPr bwMode="auto">
              <a:xfrm>
                <a:off x="1944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95" name="AutoShape 20"/>
              <p:cNvSpPr>
                <a:spLocks noChangeArrowheads="1"/>
              </p:cNvSpPr>
              <p:nvPr/>
            </p:nvSpPr>
            <p:spPr bwMode="auto">
              <a:xfrm>
                <a:off x="2389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96" name="AutoShape 21"/>
              <p:cNvSpPr>
                <a:spLocks noChangeArrowheads="1"/>
              </p:cNvSpPr>
              <p:nvPr/>
            </p:nvSpPr>
            <p:spPr bwMode="auto">
              <a:xfrm>
                <a:off x="1536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97" name="AutoShape 22"/>
              <p:cNvSpPr>
                <a:spLocks noChangeArrowheads="1"/>
              </p:cNvSpPr>
              <p:nvPr/>
            </p:nvSpPr>
            <p:spPr bwMode="auto">
              <a:xfrm>
                <a:off x="1969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98" name="AutoShape 23"/>
              <p:cNvSpPr>
                <a:spLocks noChangeArrowheads="1"/>
              </p:cNvSpPr>
              <p:nvPr/>
            </p:nvSpPr>
            <p:spPr bwMode="auto">
              <a:xfrm>
                <a:off x="2414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99" name="AutoShape 24"/>
              <p:cNvSpPr>
                <a:spLocks noChangeArrowheads="1"/>
              </p:cNvSpPr>
              <p:nvPr/>
            </p:nvSpPr>
            <p:spPr bwMode="auto">
              <a:xfrm>
                <a:off x="1154" y="2511"/>
                <a:ext cx="395" cy="405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4</a:t>
                </a:r>
              </a:p>
            </p:txBody>
          </p:sp>
          <p:sp>
            <p:nvSpPr>
              <p:cNvPr id="5200" name="AutoShape 25"/>
              <p:cNvSpPr>
                <a:spLocks noChangeArrowheads="1"/>
              </p:cNvSpPr>
              <p:nvPr/>
            </p:nvSpPr>
            <p:spPr bwMode="auto">
              <a:xfrm>
                <a:off x="1511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01" name="AutoShape 26"/>
              <p:cNvSpPr>
                <a:spLocks noChangeArrowheads="1"/>
              </p:cNvSpPr>
              <p:nvPr/>
            </p:nvSpPr>
            <p:spPr bwMode="auto">
              <a:xfrm>
                <a:off x="1944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dirty="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02" name="AutoShape 27"/>
              <p:cNvSpPr>
                <a:spLocks noChangeArrowheads="1"/>
              </p:cNvSpPr>
              <p:nvPr/>
            </p:nvSpPr>
            <p:spPr bwMode="auto">
              <a:xfrm>
                <a:off x="2389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9</a:t>
                </a:r>
              </a:p>
            </p:txBody>
          </p:sp>
          <p:sp>
            <p:nvSpPr>
              <p:cNvPr id="5203" name="AutoShape 28"/>
              <p:cNvSpPr>
                <a:spLocks noChangeArrowheads="1"/>
              </p:cNvSpPr>
              <p:nvPr/>
            </p:nvSpPr>
            <p:spPr bwMode="auto">
              <a:xfrm>
                <a:off x="1536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04" name="AutoShape 29"/>
              <p:cNvSpPr>
                <a:spLocks noChangeArrowheads="1"/>
              </p:cNvSpPr>
              <p:nvPr/>
            </p:nvSpPr>
            <p:spPr bwMode="auto">
              <a:xfrm>
                <a:off x="1969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05" name="AutoShape 30"/>
              <p:cNvSpPr>
                <a:spLocks noChangeArrowheads="1"/>
              </p:cNvSpPr>
              <p:nvPr/>
            </p:nvSpPr>
            <p:spPr bwMode="auto">
              <a:xfrm>
                <a:off x="2414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207" name="AutoShape 32"/>
              <p:cNvSpPr>
                <a:spLocks noChangeArrowheads="1"/>
              </p:cNvSpPr>
              <p:nvPr/>
            </p:nvSpPr>
            <p:spPr bwMode="auto">
              <a:xfrm>
                <a:off x="1511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08" name="AutoShape 33"/>
              <p:cNvSpPr>
                <a:spLocks noChangeArrowheads="1"/>
              </p:cNvSpPr>
              <p:nvPr/>
            </p:nvSpPr>
            <p:spPr bwMode="auto">
              <a:xfrm>
                <a:off x="1944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09" name="AutoShape 34"/>
              <p:cNvSpPr>
                <a:spLocks noChangeArrowheads="1"/>
              </p:cNvSpPr>
              <p:nvPr/>
            </p:nvSpPr>
            <p:spPr bwMode="auto">
              <a:xfrm>
                <a:off x="2389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8</a:t>
                </a:r>
              </a:p>
            </p:txBody>
          </p:sp>
          <p:sp>
            <p:nvSpPr>
              <p:cNvPr id="5210" name="AutoShape 35"/>
              <p:cNvSpPr>
                <a:spLocks noChangeArrowheads="1"/>
              </p:cNvSpPr>
              <p:nvPr/>
            </p:nvSpPr>
            <p:spPr bwMode="auto">
              <a:xfrm>
                <a:off x="1536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11" name="AutoShape 36"/>
              <p:cNvSpPr>
                <a:spLocks noChangeArrowheads="1"/>
              </p:cNvSpPr>
              <p:nvPr/>
            </p:nvSpPr>
            <p:spPr bwMode="auto">
              <a:xfrm>
                <a:off x="1969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12" name="AutoShape 37"/>
              <p:cNvSpPr>
                <a:spLocks noChangeArrowheads="1"/>
              </p:cNvSpPr>
              <p:nvPr/>
            </p:nvSpPr>
            <p:spPr bwMode="auto">
              <a:xfrm>
                <a:off x="2414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213" name="AutoShape 38"/>
              <p:cNvSpPr>
                <a:spLocks noChangeArrowheads="1"/>
              </p:cNvSpPr>
              <p:nvPr/>
            </p:nvSpPr>
            <p:spPr bwMode="auto">
              <a:xfrm>
                <a:off x="1154" y="1687"/>
                <a:ext cx="395" cy="405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2</a:t>
                </a:r>
              </a:p>
            </p:txBody>
          </p:sp>
          <p:sp>
            <p:nvSpPr>
              <p:cNvPr id="5214" name="AutoShape 39"/>
              <p:cNvSpPr>
                <a:spLocks noChangeArrowheads="1"/>
              </p:cNvSpPr>
              <p:nvPr/>
            </p:nvSpPr>
            <p:spPr bwMode="auto">
              <a:xfrm>
                <a:off x="1511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15" name="AutoShape 40"/>
              <p:cNvSpPr>
                <a:spLocks noChangeArrowheads="1"/>
              </p:cNvSpPr>
              <p:nvPr/>
            </p:nvSpPr>
            <p:spPr bwMode="auto">
              <a:xfrm>
                <a:off x="1944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16" name="AutoShape 41"/>
              <p:cNvSpPr>
                <a:spLocks noChangeArrowheads="1"/>
              </p:cNvSpPr>
              <p:nvPr/>
            </p:nvSpPr>
            <p:spPr bwMode="auto">
              <a:xfrm>
                <a:off x="2389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3</a:t>
                </a:r>
              </a:p>
            </p:txBody>
          </p:sp>
          <p:sp>
            <p:nvSpPr>
              <p:cNvPr id="5217" name="AutoShape 42"/>
              <p:cNvSpPr>
                <a:spLocks noChangeArrowheads="1"/>
              </p:cNvSpPr>
              <p:nvPr/>
            </p:nvSpPr>
            <p:spPr bwMode="auto">
              <a:xfrm>
                <a:off x="1536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18" name="AutoShape 43"/>
              <p:cNvSpPr>
                <a:spLocks noChangeArrowheads="1"/>
              </p:cNvSpPr>
              <p:nvPr/>
            </p:nvSpPr>
            <p:spPr bwMode="auto">
              <a:xfrm>
                <a:off x="1969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219" name="AutoShape 44"/>
              <p:cNvSpPr>
                <a:spLocks noChangeArrowheads="1"/>
              </p:cNvSpPr>
              <p:nvPr/>
            </p:nvSpPr>
            <p:spPr bwMode="auto">
              <a:xfrm>
                <a:off x="2414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220" name="AutoShape 45"/>
              <p:cNvSpPr>
                <a:spLocks noChangeArrowheads="1"/>
              </p:cNvSpPr>
              <p:nvPr/>
            </p:nvSpPr>
            <p:spPr bwMode="auto">
              <a:xfrm>
                <a:off x="1154" y="1277"/>
                <a:ext cx="395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1</a:t>
                </a:r>
              </a:p>
            </p:txBody>
          </p:sp>
          <p:sp>
            <p:nvSpPr>
              <p:cNvPr id="5221" name="AutoShape 46"/>
              <p:cNvSpPr>
                <a:spLocks noChangeArrowheads="1"/>
              </p:cNvSpPr>
              <p:nvPr/>
            </p:nvSpPr>
            <p:spPr bwMode="auto">
              <a:xfrm>
                <a:off x="1511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22" name="AutoShape 47"/>
              <p:cNvSpPr>
                <a:spLocks noChangeArrowheads="1"/>
              </p:cNvSpPr>
              <p:nvPr/>
            </p:nvSpPr>
            <p:spPr bwMode="auto">
              <a:xfrm>
                <a:off x="1944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223" name="AutoShape 48"/>
              <p:cNvSpPr>
                <a:spLocks noChangeArrowheads="1"/>
              </p:cNvSpPr>
              <p:nvPr/>
            </p:nvSpPr>
            <p:spPr bwMode="auto">
              <a:xfrm>
                <a:off x="2389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224" name="AutoShape 49"/>
              <p:cNvSpPr>
                <a:spLocks noChangeArrowheads="1"/>
              </p:cNvSpPr>
              <p:nvPr/>
            </p:nvSpPr>
            <p:spPr bwMode="auto">
              <a:xfrm>
                <a:off x="1537" y="453"/>
                <a:ext cx="394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행</a:t>
                </a:r>
              </a:p>
            </p:txBody>
          </p:sp>
          <p:sp>
            <p:nvSpPr>
              <p:cNvPr id="5225" name="AutoShape 50"/>
              <p:cNvSpPr>
                <a:spLocks noChangeArrowheads="1"/>
              </p:cNvSpPr>
              <p:nvPr/>
            </p:nvSpPr>
            <p:spPr bwMode="auto">
              <a:xfrm>
                <a:off x="1970" y="453"/>
                <a:ext cx="395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열</a:t>
                </a:r>
              </a:p>
            </p:txBody>
          </p:sp>
          <p:sp>
            <p:nvSpPr>
              <p:cNvPr id="5226" name="AutoShape 51"/>
              <p:cNvSpPr>
                <a:spLocks noChangeArrowheads="1"/>
              </p:cNvSpPr>
              <p:nvPr/>
            </p:nvSpPr>
            <p:spPr bwMode="auto">
              <a:xfrm>
                <a:off x="2413" y="455"/>
                <a:ext cx="390" cy="404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값</a:t>
                </a:r>
              </a:p>
            </p:txBody>
          </p:sp>
          <p:sp>
            <p:nvSpPr>
              <p:cNvPr id="5227" name="AutoShape 52"/>
              <p:cNvSpPr>
                <a:spLocks noChangeArrowheads="1"/>
              </p:cNvSpPr>
              <p:nvPr/>
            </p:nvSpPr>
            <p:spPr bwMode="auto">
              <a:xfrm>
                <a:off x="1154" y="864"/>
                <a:ext cx="395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0</a:t>
                </a:r>
              </a:p>
            </p:txBody>
          </p:sp>
        </p:grpSp>
        <p:grpSp>
          <p:nvGrpSpPr>
            <p:cNvPr id="5127" name="Group 53"/>
            <p:cNvGrpSpPr>
              <a:grpSpLocks/>
            </p:cNvGrpSpPr>
            <p:nvPr/>
          </p:nvGrpSpPr>
          <p:grpSpPr bwMode="auto">
            <a:xfrm>
              <a:off x="4468" y="1310"/>
              <a:ext cx="822" cy="2324"/>
              <a:chOff x="1142" y="454"/>
              <a:chExt cx="1700" cy="3279"/>
            </a:xfrm>
          </p:grpSpPr>
          <p:sp>
            <p:nvSpPr>
              <p:cNvPr id="5136" name="AutoShape 54"/>
              <p:cNvSpPr>
                <a:spLocks noChangeArrowheads="1"/>
              </p:cNvSpPr>
              <p:nvPr/>
            </p:nvSpPr>
            <p:spPr bwMode="auto">
              <a:xfrm>
                <a:off x="1498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5</a:t>
                </a:r>
              </a:p>
            </p:txBody>
          </p:sp>
          <p:sp>
            <p:nvSpPr>
              <p:cNvPr id="5137" name="AutoShape 55"/>
              <p:cNvSpPr>
                <a:spLocks noChangeArrowheads="1"/>
              </p:cNvSpPr>
              <p:nvPr/>
            </p:nvSpPr>
            <p:spPr bwMode="auto">
              <a:xfrm>
                <a:off x="1931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38" name="AutoShape 56"/>
              <p:cNvSpPr>
                <a:spLocks noChangeArrowheads="1"/>
              </p:cNvSpPr>
              <p:nvPr/>
            </p:nvSpPr>
            <p:spPr bwMode="auto">
              <a:xfrm>
                <a:off x="2376" y="326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39" name="AutoShape 57"/>
              <p:cNvSpPr>
                <a:spLocks noChangeArrowheads="1"/>
              </p:cNvSpPr>
              <p:nvPr/>
            </p:nvSpPr>
            <p:spPr bwMode="auto">
              <a:xfrm>
                <a:off x="1142" y="3325"/>
                <a:ext cx="399" cy="408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6</a:t>
                </a:r>
              </a:p>
            </p:txBody>
          </p:sp>
          <p:sp>
            <p:nvSpPr>
              <p:cNvPr id="5140" name="AutoShape 58"/>
              <p:cNvSpPr>
                <a:spLocks noChangeArrowheads="1"/>
              </p:cNvSpPr>
              <p:nvPr/>
            </p:nvSpPr>
            <p:spPr bwMode="auto">
              <a:xfrm>
                <a:off x="1511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4</a:t>
                </a:r>
              </a:p>
            </p:txBody>
          </p:sp>
          <p:sp>
            <p:nvSpPr>
              <p:cNvPr id="5141" name="AutoShape 59"/>
              <p:cNvSpPr>
                <a:spLocks noChangeArrowheads="1"/>
              </p:cNvSpPr>
              <p:nvPr/>
            </p:nvSpPr>
            <p:spPr bwMode="auto">
              <a:xfrm>
                <a:off x="1944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5</a:t>
                </a:r>
              </a:p>
            </p:txBody>
          </p:sp>
          <p:sp>
            <p:nvSpPr>
              <p:cNvPr id="5142" name="AutoShape 60"/>
              <p:cNvSpPr>
                <a:spLocks noChangeArrowheads="1"/>
              </p:cNvSpPr>
              <p:nvPr/>
            </p:nvSpPr>
            <p:spPr bwMode="auto">
              <a:xfrm>
                <a:off x="2389" y="2859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43" name="AutoShape 61"/>
              <p:cNvSpPr>
                <a:spLocks noChangeArrowheads="1"/>
              </p:cNvSpPr>
              <p:nvPr/>
            </p:nvSpPr>
            <p:spPr bwMode="auto">
              <a:xfrm>
                <a:off x="1536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44" name="AutoShape 62"/>
              <p:cNvSpPr>
                <a:spLocks noChangeArrowheads="1"/>
              </p:cNvSpPr>
              <p:nvPr/>
            </p:nvSpPr>
            <p:spPr bwMode="auto">
              <a:xfrm>
                <a:off x="1969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45" name="AutoShape 63"/>
              <p:cNvSpPr>
                <a:spLocks noChangeArrowheads="1"/>
              </p:cNvSpPr>
              <p:nvPr/>
            </p:nvSpPr>
            <p:spPr bwMode="auto">
              <a:xfrm>
                <a:off x="2414" y="2570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46" name="AutoShape 64"/>
              <p:cNvSpPr>
                <a:spLocks noChangeArrowheads="1"/>
              </p:cNvSpPr>
              <p:nvPr/>
            </p:nvSpPr>
            <p:spPr bwMode="auto">
              <a:xfrm>
                <a:off x="1155" y="2924"/>
                <a:ext cx="393" cy="407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5</a:t>
                </a:r>
              </a:p>
            </p:txBody>
          </p:sp>
          <p:sp>
            <p:nvSpPr>
              <p:cNvPr id="5147" name="AutoShape 65"/>
              <p:cNvSpPr>
                <a:spLocks noChangeArrowheads="1"/>
              </p:cNvSpPr>
              <p:nvPr/>
            </p:nvSpPr>
            <p:spPr bwMode="auto">
              <a:xfrm>
                <a:off x="1511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3</a:t>
                </a:r>
              </a:p>
            </p:txBody>
          </p:sp>
          <p:sp>
            <p:nvSpPr>
              <p:cNvPr id="5148" name="AutoShape 66"/>
              <p:cNvSpPr>
                <a:spLocks noChangeArrowheads="1"/>
              </p:cNvSpPr>
              <p:nvPr/>
            </p:nvSpPr>
            <p:spPr bwMode="auto">
              <a:xfrm>
                <a:off x="1944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49" name="AutoShape 67"/>
              <p:cNvSpPr>
                <a:spLocks noChangeArrowheads="1"/>
              </p:cNvSpPr>
              <p:nvPr/>
            </p:nvSpPr>
            <p:spPr bwMode="auto">
              <a:xfrm>
                <a:off x="2389" y="2448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5</a:t>
                </a:r>
              </a:p>
            </p:txBody>
          </p:sp>
          <p:sp>
            <p:nvSpPr>
              <p:cNvPr id="5150" name="AutoShape 68"/>
              <p:cNvSpPr>
                <a:spLocks noChangeArrowheads="1"/>
              </p:cNvSpPr>
              <p:nvPr/>
            </p:nvSpPr>
            <p:spPr bwMode="auto">
              <a:xfrm>
                <a:off x="1536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51" name="AutoShape 69"/>
              <p:cNvSpPr>
                <a:spLocks noChangeArrowheads="1"/>
              </p:cNvSpPr>
              <p:nvPr/>
            </p:nvSpPr>
            <p:spPr bwMode="auto">
              <a:xfrm>
                <a:off x="1969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52" name="AutoShape 70"/>
              <p:cNvSpPr>
                <a:spLocks noChangeArrowheads="1"/>
              </p:cNvSpPr>
              <p:nvPr/>
            </p:nvSpPr>
            <p:spPr bwMode="auto">
              <a:xfrm>
                <a:off x="2414" y="2159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53" name="AutoShape 71"/>
              <p:cNvSpPr>
                <a:spLocks noChangeArrowheads="1"/>
              </p:cNvSpPr>
              <p:nvPr/>
            </p:nvSpPr>
            <p:spPr bwMode="auto">
              <a:xfrm>
                <a:off x="1155" y="2512"/>
                <a:ext cx="393" cy="407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4</a:t>
                </a:r>
              </a:p>
            </p:txBody>
          </p:sp>
          <p:sp>
            <p:nvSpPr>
              <p:cNvPr id="5154" name="AutoShape 72"/>
              <p:cNvSpPr>
                <a:spLocks noChangeArrowheads="1"/>
              </p:cNvSpPr>
              <p:nvPr/>
            </p:nvSpPr>
            <p:spPr bwMode="auto">
              <a:xfrm>
                <a:off x="1511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3</a:t>
                </a:r>
              </a:p>
            </p:txBody>
          </p:sp>
          <p:sp>
            <p:nvSpPr>
              <p:cNvPr id="5155" name="AutoShape 73"/>
              <p:cNvSpPr>
                <a:spLocks noChangeArrowheads="1"/>
              </p:cNvSpPr>
              <p:nvPr/>
            </p:nvSpPr>
            <p:spPr bwMode="auto">
              <a:xfrm>
                <a:off x="1944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56" name="AutoShape 74"/>
              <p:cNvSpPr>
                <a:spLocks noChangeArrowheads="1"/>
              </p:cNvSpPr>
              <p:nvPr/>
            </p:nvSpPr>
            <p:spPr bwMode="auto">
              <a:xfrm>
                <a:off x="2389" y="2037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6</a:t>
                </a:r>
              </a:p>
            </p:txBody>
          </p:sp>
          <p:sp>
            <p:nvSpPr>
              <p:cNvPr id="5157" name="AutoShape 75"/>
              <p:cNvSpPr>
                <a:spLocks noChangeArrowheads="1"/>
              </p:cNvSpPr>
              <p:nvPr/>
            </p:nvSpPr>
            <p:spPr bwMode="auto">
              <a:xfrm>
                <a:off x="1536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58" name="AutoShape 76"/>
              <p:cNvSpPr>
                <a:spLocks noChangeArrowheads="1"/>
              </p:cNvSpPr>
              <p:nvPr/>
            </p:nvSpPr>
            <p:spPr bwMode="auto">
              <a:xfrm>
                <a:off x="1969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59" name="AutoShape 77"/>
              <p:cNvSpPr>
                <a:spLocks noChangeArrowheads="1"/>
              </p:cNvSpPr>
              <p:nvPr/>
            </p:nvSpPr>
            <p:spPr bwMode="auto">
              <a:xfrm>
                <a:off x="2414" y="1748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60" name="AutoShape 78"/>
              <p:cNvSpPr>
                <a:spLocks noChangeArrowheads="1"/>
              </p:cNvSpPr>
              <p:nvPr/>
            </p:nvSpPr>
            <p:spPr bwMode="auto">
              <a:xfrm>
                <a:off x="1155" y="2100"/>
                <a:ext cx="393" cy="407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3</a:t>
                </a:r>
              </a:p>
            </p:txBody>
          </p:sp>
          <p:sp>
            <p:nvSpPr>
              <p:cNvPr id="5161" name="AutoShape 79"/>
              <p:cNvSpPr>
                <a:spLocks noChangeArrowheads="1"/>
              </p:cNvSpPr>
              <p:nvPr/>
            </p:nvSpPr>
            <p:spPr bwMode="auto">
              <a:xfrm>
                <a:off x="1511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62" name="AutoShape 80"/>
              <p:cNvSpPr>
                <a:spLocks noChangeArrowheads="1"/>
              </p:cNvSpPr>
              <p:nvPr/>
            </p:nvSpPr>
            <p:spPr bwMode="auto">
              <a:xfrm>
                <a:off x="1944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5</a:t>
                </a:r>
              </a:p>
            </p:txBody>
          </p:sp>
          <p:sp>
            <p:nvSpPr>
              <p:cNvPr id="5163" name="AutoShape 81"/>
              <p:cNvSpPr>
                <a:spLocks noChangeArrowheads="1"/>
              </p:cNvSpPr>
              <p:nvPr/>
            </p:nvSpPr>
            <p:spPr bwMode="auto">
              <a:xfrm>
                <a:off x="2389" y="1625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8</a:t>
                </a:r>
              </a:p>
            </p:txBody>
          </p:sp>
          <p:sp>
            <p:nvSpPr>
              <p:cNvPr id="5164" name="AutoShape 82"/>
              <p:cNvSpPr>
                <a:spLocks noChangeArrowheads="1"/>
              </p:cNvSpPr>
              <p:nvPr/>
            </p:nvSpPr>
            <p:spPr bwMode="auto">
              <a:xfrm>
                <a:off x="1536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65" name="AutoShape 83"/>
              <p:cNvSpPr>
                <a:spLocks noChangeArrowheads="1"/>
              </p:cNvSpPr>
              <p:nvPr/>
            </p:nvSpPr>
            <p:spPr bwMode="auto">
              <a:xfrm>
                <a:off x="1969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66" name="AutoShape 84"/>
              <p:cNvSpPr>
                <a:spLocks noChangeArrowheads="1"/>
              </p:cNvSpPr>
              <p:nvPr/>
            </p:nvSpPr>
            <p:spPr bwMode="auto">
              <a:xfrm>
                <a:off x="2414" y="1336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67" name="AutoShape 85"/>
              <p:cNvSpPr>
                <a:spLocks noChangeArrowheads="1"/>
              </p:cNvSpPr>
              <p:nvPr/>
            </p:nvSpPr>
            <p:spPr bwMode="auto">
              <a:xfrm>
                <a:off x="1155" y="1688"/>
                <a:ext cx="393" cy="407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2</a:t>
                </a:r>
              </a:p>
            </p:txBody>
          </p:sp>
          <p:sp>
            <p:nvSpPr>
              <p:cNvPr id="5168" name="AutoShape 86"/>
              <p:cNvSpPr>
                <a:spLocks noChangeArrowheads="1"/>
              </p:cNvSpPr>
              <p:nvPr/>
            </p:nvSpPr>
            <p:spPr bwMode="auto">
              <a:xfrm>
                <a:off x="1511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69" name="AutoShape 87"/>
              <p:cNvSpPr>
                <a:spLocks noChangeArrowheads="1"/>
              </p:cNvSpPr>
              <p:nvPr/>
            </p:nvSpPr>
            <p:spPr bwMode="auto">
              <a:xfrm>
                <a:off x="1944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70" name="AutoShape 88"/>
              <p:cNvSpPr>
                <a:spLocks noChangeArrowheads="1"/>
              </p:cNvSpPr>
              <p:nvPr/>
            </p:nvSpPr>
            <p:spPr bwMode="auto">
              <a:xfrm>
                <a:off x="2389" y="1214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9</a:t>
                </a:r>
              </a:p>
            </p:txBody>
          </p:sp>
          <p:sp>
            <p:nvSpPr>
              <p:cNvPr id="5171" name="AutoShape 89"/>
              <p:cNvSpPr>
                <a:spLocks noChangeArrowheads="1"/>
              </p:cNvSpPr>
              <p:nvPr/>
            </p:nvSpPr>
            <p:spPr bwMode="auto">
              <a:xfrm>
                <a:off x="1536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72" name="AutoShape 90"/>
              <p:cNvSpPr>
                <a:spLocks noChangeArrowheads="1"/>
              </p:cNvSpPr>
              <p:nvPr/>
            </p:nvSpPr>
            <p:spPr bwMode="auto">
              <a:xfrm>
                <a:off x="1969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1</a:t>
                </a:r>
              </a:p>
            </p:txBody>
          </p:sp>
          <p:sp>
            <p:nvSpPr>
              <p:cNvPr id="5173" name="AutoShape 91"/>
              <p:cNvSpPr>
                <a:spLocks noChangeArrowheads="1"/>
              </p:cNvSpPr>
              <p:nvPr/>
            </p:nvSpPr>
            <p:spPr bwMode="auto">
              <a:xfrm>
                <a:off x="2414" y="925"/>
                <a:ext cx="391" cy="289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2</a:t>
                </a:r>
              </a:p>
            </p:txBody>
          </p:sp>
          <p:sp>
            <p:nvSpPr>
              <p:cNvPr id="5174" name="AutoShape 92"/>
              <p:cNvSpPr>
                <a:spLocks noChangeArrowheads="1"/>
              </p:cNvSpPr>
              <p:nvPr/>
            </p:nvSpPr>
            <p:spPr bwMode="auto">
              <a:xfrm>
                <a:off x="1155" y="1278"/>
                <a:ext cx="393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1</a:t>
                </a:r>
              </a:p>
            </p:txBody>
          </p:sp>
          <p:sp>
            <p:nvSpPr>
              <p:cNvPr id="5175" name="AutoShape 93"/>
              <p:cNvSpPr>
                <a:spLocks noChangeArrowheads="1"/>
              </p:cNvSpPr>
              <p:nvPr/>
            </p:nvSpPr>
            <p:spPr bwMode="auto">
              <a:xfrm>
                <a:off x="1511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0</a:t>
                </a:r>
              </a:p>
            </p:txBody>
          </p:sp>
          <p:sp>
            <p:nvSpPr>
              <p:cNvPr id="5176" name="AutoShape 94"/>
              <p:cNvSpPr>
                <a:spLocks noChangeArrowheads="1"/>
              </p:cNvSpPr>
              <p:nvPr/>
            </p:nvSpPr>
            <p:spPr bwMode="auto">
              <a:xfrm>
                <a:off x="1944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3</a:t>
                </a:r>
              </a:p>
            </p:txBody>
          </p:sp>
          <p:sp>
            <p:nvSpPr>
              <p:cNvPr id="5177" name="AutoShape 95"/>
              <p:cNvSpPr>
                <a:spLocks noChangeArrowheads="1"/>
              </p:cNvSpPr>
              <p:nvPr/>
            </p:nvSpPr>
            <p:spPr bwMode="auto">
              <a:xfrm>
                <a:off x="2389" y="802"/>
                <a:ext cx="453" cy="453"/>
              </a:xfrm>
              <a:prstGeom prst="cube">
                <a:avLst>
                  <a:gd name="adj" fmla="val 25000"/>
                </a:avLst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>
                    <a:latin typeface="Lucida Console" pitchFamily="49" charset="0"/>
                    <a:ea typeface="굴림" pitchFamily="50" charset="-127"/>
                  </a:rPr>
                  <a:t>7</a:t>
                </a:r>
              </a:p>
            </p:txBody>
          </p:sp>
          <p:sp>
            <p:nvSpPr>
              <p:cNvPr id="5178" name="AutoShape 96"/>
              <p:cNvSpPr>
                <a:spLocks noChangeArrowheads="1"/>
              </p:cNvSpPr>
              <p:nvPr/>
            </p:nvSpPr>
            <p:spPr bwMode="auto">
              <a:xfrm>
                <a:off x="1538" y="454"/>
                <a:ext cx="394" cy="407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행</a:t>
                </a:r>
              </a:p>
            </p:txBody>
          </p:sp>
          <p:sp>
            <p:nvSpPr>
              <p:cNvPr id="5179" name="AutoShape 97"/>
              <p:cNvSpPr>
                <a:spLocks noChangeArrowheads="1"/>
              </p:cNvSpPr>
              <p:nvPr/>
            </p:nvSpPr>
            <p:spPr bwMode="auto">
              <a:xfrm>
                <a:off x="1969" y="456"/>
                <a:ext cx="392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열</a:t>
                </a:r>
              </a:p>
            </p:txBody>
          </p:sp>
          <p:sp>
            <p:nvSpPr>
              <p:cNvPr id="5180" name="AutoShape 98"/>
              <p:cNvSpPr>
                <a:spLocks noChangeArrowheads="1"/>
              </p:cNvSpPr>
              <p:nvPr/>
            </p:nvSpPr>
            <p:spPr bwMode="auto">
              <a:xfrm>
                <a:off x="2416" y="454"/>
                <a:ext cx="391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ko-KR" altLang="en-US" sz="1600" i="1">
                    <a:latin typeface="HY엽서L" pitchFamily="18" charset="-127"/>
                    <a:ea typeface="HY엽서L" pitchFamily="18" charset="-127"/>
                  </a:rPr>
                  <a:t>값</a:t>
                </a:r>
              </a:p>
            </p:txBody>
          </p:sp>
          <p:sp>
            <p:nvSpPr>
              <p:cNvPr id="5181" name="AutoShape 99"/>
              <p:cNvSpPr>
                <a:spLocks noChangeArrowheads="1"/>
              </p:cNvSpPr>
              <p:nvPr/>
            </p:nvSpPr>
            <p:spPr bwMode="auto">
              <a:xfrm>
                <a:off x="1155" y="868"/>
                <a:ext cx="393" cy="406"/>
              </a:xfrm>
              <a:prstGeom prst="cube">
                <a:avLst>
                  <a:gd name="adj" fmla="val 25000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600" i="1">
                    <a:latin typeface="HY엽서L" pitchFamily="18" charset="-127"/>
                    <a:ea typeface="HY엽서L" pitchFamily="18" charset="-127"/>
                  </a:rPr>
                  <a:t>0</a:t>
                </a:r>
              </a:p>
            </p:txBody>
          </p:sp>
        </p:grpSp>
        <p:graphicFrame>
          <p:nvGraphicFramePr>
            <p:cNvPr id="5122" name="Object 100"/>
            <p:cNvGraphicFramePr>
              <a:graphicFrameLocks noChangeAspect="1"/>
            </p:cNvGraphicFramePr>
            <p:nvPr/>
          </p:nvGraphicFramePr>
          <p:xfrm>
            <a:off x="243" y="1791"/>
            <a:ext cx="2042" cy="1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1" name="Equation" r:id="rId3" imgW="2628900" imgH="1371600" progId="Equation.3">
                    <p:embed/>
                  </p:oleObj>
                </mc:Choice>
                <mc:Fallback>
                  <p:oleObj name="Equation" r:id="rId3" imgW="2628900" imgH="1371600" progId="Equation.3">
                    <p:embed/>
                    <p:pic>
                      <p:nvPicPr>
                        <p:cNvPr id="0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" y="1791"/>
                          <a:ext cx="2042" cy="1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8" name="Text Box 102"/>
            <p:cNvSpPr txBox="1">
              <a:spLocks noChangeArrowheads="1"/>
            </p:cNvSpPr>
            <p:nvPr/>
          </p:nvSpPr>
          <p:spPr bwMode="auto">
            <a:xfrm>
              <a:off x="2567" y="2351"/>
              <a:ext cx="38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en-US" altLang="ko-KR"/>
                <a:t>A=</a:t>
              </a:r>
            </a:p>
          </p:txBody>
        </p:sp>
        <p:sp>
          <p:nvSpPr>
            <p:cNvPr id="5129" name="Text Box 103"/>
            <p:cNvSpPr txBox="1">
              <a:spLocks noChangeArrowheads="1"/>
            </p:cNvSpPr>
            <p:nvPr/>
          </p:nvSpPr>
          <p:spPr bwMode="auto">
            <a:xfrm>
              <a:off x="4099" y="2330"/>
              <a:ext cx="36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en-US" altLang="ko-KR"/>
                <a:t>B=</a:t>
              </a:r>
            </a:p>
          </p:txBody>
        </p:sp>
        <p:sp>
          <p:nvSpPr>
            <p:cNvPr id="5130" name="Oval 104"/>
            <p:cNvSpPr>
              <a:spLocks noChangeArrowheads="1"/>
            </p:cNvSpPr>
            <p:nvPr/>
          </p:nvSpPr>
          <p:spPr bwMode="auto">
            <a:xfrm>
              <a:off x="2852" y="1508"/>
              <a:ext cx="992" cy="340"/>
            </a:xfrm>
            <a:prstGeom prst="ellipse">
              <a:avLst/>
            </a:prstGeom>
            <a:noFill/>
            <a:ln w="9525" algn="ctr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131" name="Freeform 105"/>
            <p:cNvSpPr>
              <a:spLocks/>
            </p:cNvSpPr>
            <p:nvPr/>
          </p:nvSpPr>
          <p:spPr bwMode="auto">
            <a:xfrm>
              <a:off x="584" y="1248"/>
              <a:ext cx="2296" cy="912"/>
            </a:xfrm>
            <a:custGeom>
              <a:avLst/>
              <a:gdLst>
                <a:gd name="T0" fmla="*/ 2296 w 2296"/>
                <a:gd name="T1" fmla="*/ 373 h 912"/>
                <a:gd name="T2" fmla="*/ 1134 w 2296"/>
                <a:gd name="T3" fmla="*/ 90 h 912"/>
                <a:gd name="T4" fmla="*/ 0 w 2296"/>
                <a:gd name="T5" fmla="*/ 912 h 912"/>
                <a:gd name="T6" fmla="*/ 0 60000 65536"/>
                <a:gd name="T7" fmla="*/ 0 60000 65536"/>
                <a:gd name="T8" fmla="*/ 0 60000 65536"/>
                <a:gd name="T9" fmla="*/ 0 w 2296"/>
                <a:gd name="T10" fmla="*/ 0 h 912"/>
                <a:gd name="T11" fmla="*/ 2296 w 2296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6" h="912">
                  <a:moveTo>
                    <a:pt x="2296" y="373"/>
                  </a:moveTo>
                  <a:cubicBezTo>
                    <a:pt x="1906" y="186"/>
                    <a:pt x="1517" y="0"/>
                    <a:pt x="1134" y="90"/>
                  </a:cubicBezTo>
                  <a:cubicBezTo>
                    <a:pt x="751" y="180"/>
                    <a:pt x="375" y="546"/>
                    <a:pt x="0" y="912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32" name="Oval 106"/>
            <p:cNvSpPr>
              <a:spLocks noChangeArrowheads="1"/>
            </p:cNvSpPr>
            <p:nvPr/>
          </p:nvSpPr>
          <p:spPr bwMode="auto">
            <a:xfrm>
              <a:off x="4439" y="1536"/>
              <a:ext cx="992" cy="340"/>
            </a:xfrm>
            <a:prstGeom prst="ellipse">
              <a:avLst/>
            </a:prstGeom>
            <a:noFill/>
            <a:ln w="9525" algn="ctr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133" name="Freeform 107"/>
            <p:cNvSpPr>
              <a:spLocks/>
            </p:cNvSpPr>
            <p:nvPr/>
          </p:nvSpPr>
          <p:spPr bwMode="auto">
            <a:xfrm>
              <a:off x="1859" y="984"/>
              <a:ext cx="2580" cy="836"/>
            </a:xfrm>
            <a:custGeom>
              <a:avLst/>
              <a:gdLst>
                <a:gd name="T0" fmla="*/ 2580 w 2580"/>
                <a:gd name="T1" fmla="*/ 751 h 836"/>
                <a:gd name="T2" fmla="*/ 1134 w 2580"/>
                <a:gd name="T3" fmla="*/ 14 h 836"/>
                <a:gd name="T4" fmla="*/ 0 w 2580"/>
                <a:gd name="T5" fmla="*/ 836 h 836"/>
                <a:gd name="T6" fmla="*/ 0 60000 65536"/>
                <a:gd name="T7" fmla="*/ 0 60000 65536"/>
                <a:gd name="T8" fmla="*/ 0 60000 65536"/>
                <a:gd name="T9" fmla="*/ 0 w 2580"/>
                <a:gd name="T10" fmla="*/ 0 h 836"/>
                <a:gd name="T11" fmla="*/ 2580 w 2580"/>
                <a:gd name="T12" fmla="*/ 836 h 8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80" h="836">
                  <a:moveTo>
                    <a:pt x="2580" y="751"/>
                  </a:moveTo>
                  <a:cubicBezTo>
                    <a:pt x="2072" y="375"/>
                    <a:pt x="1564" y="0"/>
                    <a:pt x="1134" y="14"/>
                  </a:cubicBezTo>
                  <a:cubicBezTo>
                    <a:pt x="704" y="28"/>
                    <a:pt x="352" y="432"/>
                    <a:pt x="0" y="836"/>
                  </a:cubicBezTo>
                </a:path>
              </a:pathLst>
            </a:custGeom>
            <a:noFill/>
            <a:ln w="9525" cap="flat" cmpd="sng">
              <a:solidFill>
                <a:srgbClr val="FF3300"/>
              </a:solidFill>
              <a:prstDash val="dash"/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34" name="Oval 108"/>
            <p:cNvSpPr>
              <a:spLocks noChangeArrowheads="1"/>
            </p:cNvSpPr>
            <p:nvPr/>
          </p:nvSpPr>
          <p:spPr bwMode="auto">
            <a:xfrm>
              <a:off x="442" y="2103"/>
              <a:ext cx="227" cy="284"/>
            </a:xfrm>
            <a:prstGeom prst="ellipse">
              <a:avLst/>
            </a:prstGeom>
            <a:noFill/>
            <a:ln w="9525" algn="ctr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135" name="Oval 109"/>
            <p:cNvSpPr>
              <a:spLocks noChangeArrowheads="1"/>
            </p:cNvSpPr>
            <p:nvPr/>
          </p:nvSpPr>
          <p:spPr bwMode="auto">
            <a:xfrm>
              <a:off x="1746" y="1735"/>
              <a:ext cx="227" cy="284"/>
            </a:xfrm>
            <a:prstGeom prst="ellipse">
              <a:avLst/>
            </a:prstGeom>
            <a:noFill/>
            <a:ln w="9525" algn="ctr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희소 행렬 </a:t>
            </a:r>
            <a:r>
              <a:rPr lang="en-US" altLang="ko-KR" dirty="0" smtClean="0"/>
              <a:t>#1</a:t>
            </a:r>
            <a:endParaRPr lang="ko-KR" altLang="en-US" dirty="0" smtClean="0"/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522288" y="1719263"/>
            <a:ext cx="6975475" cy="384509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typedef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struct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row;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col;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value;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 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element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typedef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struct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element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data[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MAX_TERMS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rows;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행의 개수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cols;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열의 개수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terms;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항의 개수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 </a:t>
            </a:r>
            <a:r>
              <a:rPr lang="en-US" altLang="ko-KR" sz="16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희소 행렬 </a:t>
            </a:r>
            <a:r>
              <a:rPr lang="en-US" altLang="ko-KR" smtClean="0"/>
              <a:t>#1</a:t>
            </a:r>
            <a:endParaRPr lang="ko-KR" altLang="en-US" smtClean="0"/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791580" y="215325"/>
            <a:ext cx="6975475" cy="6596871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 smtClean="0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 Matrix</a:t>
            </a:r>
            <a:r>
              <a:rPr lang="en-US" altLang="ko-KR" sz="14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matrix_transpose2(</a:t>
            </a:r>
            <a:r>
              <a:rPr lang="en-US" altLang="ko-KR" sz="14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b;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// </a:t>
            </a:r>
            <a:r>
              <a:rPr lang="ko-KR" altLang="en-US" sz="14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행렬 </a:t>
            </a:r>
            <a:r>
              <a:rPr lang="en-US" altLang="ko-KR" sz="14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b</a:t>
            </a:r>
            <a:r>
              <a:rPr lang="ko-KR" altLang="en-US" sz="1400" kern="0" dirty="0">
                <a:solidFill>
                  <a:srgbClr val="008000"/>
                </a:solidFill>
                <a:latin typeface="Trebuchet MS" panose="020B0603020202020204" pitchFamily="34" charset="0"/>
                <a:ea typeface="휴먼명조"/>
              </a:rPr>
              <a:t>에서 현재 저장 위치</a:t>
            </a:r>
            <a:endParaRPr lang="ko-KR" altLang="en-US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b.rows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.rows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b.cols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.cols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b.terms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.terms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if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.terms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&gt; 0)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0;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4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c = 0; c &lt;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.cols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c++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4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0;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&lt;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.terms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++)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if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].col == c)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].row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].col;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].col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].row;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].value =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].value;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bindex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b;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 defTabSz="3600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희소 행렬 </a:t>
            </a:r>
            <a:r>
              <a:rPr lang="en-US" altLang="ko-KR" smtClean="0"/>
              <a:t>#1</a:t>
            </a:r>
            <a:endParaRPr lang="ko-KR" altLang="en-US" smtClean="0"/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609600" y="1403775"/>
            <a:ext cx="6975475" cy="483209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matrix_print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4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4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"====================\n"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4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0;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&lt;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.terms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++)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4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"(%d, %d, %d) \n"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].row,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].col, </a:t>
            </a:r>
            <a:r>
              <a:rPr lang="en-US" altLang="ko-KR" sz="14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a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.data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].value);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4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"====================\n"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main(</a:t>
            </a:r>
            <a:r>
              <a:rPr lang="en-US" altLang="ko-KR" sz="14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 = {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 { 0, 3, 7 },{ 1, 0, 9 },{ 1, 5, 8 },{ 3, 0, 6 },{ 3, 1, 5 },{ 4, 5, 1 },{ 5, 2, 2 } },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6,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6,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7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2B91AF"/>
                </a:solidFill>
                <a:latin typeface="Trebuchet MS" panose="020B0603020202020204" pitchFamily="34" charset="0"/>
                <a:ea typeface="휴먼명조"/>
              </a:rPr>
              <a:t>SparseMatrix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result;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result = matrix_transpose2(m);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matrix_print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(result);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return 0;</a:t>
            </a:r>
            <a:endParaRPr lang="en-US" altLang="ko-KR" sz="14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algn="just" defTabSz="360000"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실행결과</a:t>
            </a:r>
            <a:endParaRPr lang="ko-KR" altLang="en-US" dirty="0"/>
          </a:p>
        </p:txBody>
      </p:sp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612648" y="1718810"/>
            <a:ext cx="7974468" cy="3149773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====================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(0, 1, 9)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(0, 3, 6)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(1, 3, 5)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(2, 5, 2)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(3, 0, 7)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(5, 1, 8)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(5, 4, 1)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====================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00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포인터</a:t>
            </a:r>
            <a:r>
              <a:rPr lang="en-US" altLang="ko-KR" smtClean="0"/>
              <a:t>(pointer)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1"/>
            <a:ext cx="7742820" cy="65477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ko-KR" altLang="en-US" dirty="0" smtClean="0"/>
              <a:t>포인터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다른 변수의 주소를 가지고 있는 변수</a:t>
            </a:r>
          </a:p>
          <a:p>
            <a:pPr eaLnBrk="1" hangingPunct="1">
              <a:lnSpc>
                <a:spcPct val="90000"/>
              </a:lnSpc>
            </a:pPr>
            <a:endParaRPr lang="en-US" altLang="ko-KR" dirty="0" smtClean="0"/>
          </a:p>
        </p:txBody>
      </p:sp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4751115" y="2844478"/>
            <a:ext cx="2443162" cy="2151062"/>
            <a:chOff x="2789" y="-112"/>
            <a:chExt cx="2624" cy="2432"/>
          </a:xfrm>
        </p:grpSpPr>
        <p:grpSp>
          <p:nvGrpSpPr>
            <p:cNvPr id="32789" name="Group 5"/>
            <p:cNvGrpSpPr>
              <a:grpSpLocks/>
            </p:cNvGrpSpPr>
            <p:nvPr/>
          </p:nvGrpSpPr>
          <p:grpSpPr bwMode="auto">
            <a:xfrm>
              <a:off x="3940" y="235"/>
              <a:ext cx="1052" cy="1037"/>
              <a:chOff x="330" y="1645"/>
              <a:chExt cx="866" cy="1037"/>
            </a:xfrm>
          </p:grpSpPr>
          <p:sp>
            <p:nvSpPr>
              <p:cNvPr id="32799" name="AutoShape 6"/>
              <p:cNvSpPr>
                <a:spLocks noChangeArrowheads="1"/>
              </p:cNvSpPr>
              <p:nvPr/>
            </p:nvSpPr>
            <p:spPr bwMode="auto">
              <a:xfrm rot="5400000">
                <a:off x="558" y="1550"/>
                <a:ext cx="430" cy="847"/>
              </a:xfrm>
              <a:prstGeom prst="triangle">
                <a:avLst>
                  <a:gd name="adj" fmla="val 48370"/>
                </a:avLst>
              </a:prstGeom>
              <a:solidFill>
                <a:srgbClr val="FF33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algn="ctr" eaLnBrk="1" hangingPunct="1"/>
                <a:r>
                  <a:rPr lang="en-US" altLang="ko-KR" sz="1200">
                    <a:solidFill>
                      <a:schemeClr val="bg1"/>
                    </a:solidFill>
                    <a:latin typeface="HY엽서L" pitchFamily="18" charset="-127"/>
                    <a:ea typeface="HY엽서L" pitchFamily="18" charset="-127"/>
                  </a:rPr>
                  <a:t>26</a:t>
                </a:r>
              </a:p>
            </p:txBody>
          </p:sp>
          <p:sp>
            <p:nvSpPr>
              <p:cNvPr id="32800" name="Rectangle 7"/>
              <p:cNvSpPr>
                <a:spLocks noChangeArrowheads="1"/>
              </p:cNvSpPr>
              <p:nvPr/>
            </p:nvSpPr>
            <p:spPr bwMode="auto">
              <a:xfrm>
                <a:off x="330" y="1645"/>
                <a:ext cx="56" cy="1037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한양해서" pitchFamily="18" charset="-127"/>
                    <a:ea typeface="한양해서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32790" name="AutoShape 8"/>
            <p:cNvSpPr>
              <a:spLocks noChangeArrowheads="1"/>
            </p:cNvSpPr>
            <p:nvPr/>
          </p:nvSpPr>
          <p:spPr bwMode="auto">
            <a:xfrm>
              <a:off x="3949" y="932"/>
              <a:ext cx="536" cy="621"/>
            </a:xfrm>
            <a:prstGeom prst="cube">
              <a:avLst>
                <a:gd name="adj" fmla="val 25000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새굴림" pitchFamily="18" charset="-127"/>
                  <a:ea typeface="HY엽서L" pitchFamily="18" charset="-127"/>
                </a:rPr>
                <a:t>‘</a:t>
              </a:r>
              <a:r>
                <a:rPr lang="en-US" altLang="ko-KR" sz="1400">
                  <a:latin typeface="HY엽서L" pitchFamily="18" charset="-127"/>
                  <a:ea typeface="HY엽서L" pitchFamily="18" charset="-127"/>
                </a:rPr>
                <a:t>A</a:t>
              </a:r>
              <a:r>
                <a:rPr lang="en-US" altLang="ko-KR" sz="1400">
                  <a:latin typeface="새굴림" pitchFamily="18" charset="-127"/>
                  <a:ea typeface="HY엽서L" pitchFamily="18" charset="-127"/>
                </a:rPr>
                <a:t>’</a:t>
              </a:r>
              <a:endParaRPr lang="en-US" altLang="ko-KR" sz="1400">
                <a:latin typeface="HY엽서L" pitchFamily="18" charset="-127"/>
                <a:ea typeface="HY엽서L" pitchFamily="18" charset="-127"/>
              </a:endParaRPr>
            </a:p>
          </p:txBody>
        </p:sp>
        <p:sp>
          <p:nvSpPr>
            <p:cNvPr id="32791" name="Text Box 9"/>
            <p:cNvSpPr txBox="1">
              <a:spLocks noChangeArrowheads="1"/>
            </p:cNvSpPr>
            <p:nvPr/>
          </p:nvSpPr>
          <p:spPr bwMode="auto">
            <a:xfrm>
              <a:off x="4427" y="1792"/>
              <a:ext cx="986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ko-KR" altLang="en-US">
                  <a:latin typeface="Lucida Console" pitchFamily="49" charset="0"/>
                  <a:ea typeface="HY엽서L" pitchFamily="18" charset="-127"/>
                </a:rPr>
                <a:t>변수 </a:t>
              </a:r>
              <a:r>
                <a:rPr lang="en-US" altLang="ko-KR">
                  <a:latin typeface="Lucida Console" pitchFamily="49" charset="0"/>
                  <a:ea typeface="HY엽서L" pitchFamily="18" charset="-127"/>
                </a:rPr>
                <a:t>a</a:t>
              </a:r>
            </a:p>
          </p:txBody>
        </p:sp>
        <p:sp>
          <p:nvSpPr>
            <p:cNvPr id="32792" name="Line 10"/>
            <p:cNvSpPr>
              <a:spLocks noChangeShapeType="1"/>
            </p:cNvSpPr>
            <p:nvPr/>
          </p:nvSpPr>
          <p:spPr bwMode="auto">
            <a:xfrm flipH="1" flipV="1">
              <a:off x="4242" y="1588"/>
              <a:ext cx="243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ko-KR" altLang="en-US"/>
            </a:p>
          </p:txBody>
        </p:sp>
        <p:sp>
          <p:nvSpPr>
            <p:cNvPr id="32793" name="Text Box 11"/>
            <p:cNvSpPr txBox="1">
              <a:spLocks noChangeArrowheads="1"/>
            </p:cNvSpPr>
            <p:nvPr/>
          </p:nvSpPr>
          <p:spPr bwMode="auto">
            <a:xfrm>
              <a:off x="4284" y="-112"/>
              <a:ext cx="689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ko-KR" altLang="en-US">
                  <a:latin typeface="Lucida Console" pitchFamily="49" charset="0"/>
                  <a:ea typeface="HY엽서L" pitchFamily="18" charset="-127"/>
                </a:rPr>
                <a:t>주소</a:t>
              </a:r>
            </a:p>
          </p:txBody>
        </p:sp>
        <p:sp>
          <p:nvSpPr>
            <p:cNvPr id="32794" name="Line 12"/>
            <p:cNvSpPr>
              <a:spLocks noChangeShapeType="1"/>
            </p:cNvSpPr>
            <p:nvPr/>
          </p:nvSpPr>
          <p:spPr bwMode="auto">
            <a:xfrm flipH="1">
              <a:off x="4242" y="119"/>
              <a:ext cx="43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ko-KR" altLang="en-US"/>
            </a:p>
          </p:txBody>
        </p:sp>
        <p:sp>
          <p:nvSpPr>
            <p:cNvPr id="32795" name="AutoShape 13"/>
            <p:cNvSpPr>
              <a:spLocks noChangeArrowheads="1"/>
            </p:cNvSpPr>
            <p:nvPr/>
          </p:nvSpPr>
          <p:spPr bwMode="auto">
            <a:xfrm>
              <a:off x="2789" y="1010"/>
              <a:ext cx="536" cy="621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algn="ctr" eaLnBrk="1" hangingPunct="1"/>
              <a:r>
                <a:rPr lang="en-US" altLang="ko-KR" sz="1400">
                  <a:latin typeface="HY엽서L" pitchFamily="18" charset="-127"/>
                  <a:ea typeface="HY엽서L" pitchFamily="18" charset="-127"/>
                </a:rPr>
                <a:t>26</a:t>
              </a:r>
            </a:p>
          </p:txBody>
        </p:sp>
        <p:sp>
          <p:nvSpPr>
            <p:cNvPr id="32796" name="Text Box 14"/>
            <p:cNvSpPr txBox="1">
              <a:spLocks noChangeArrowheads="1"/>
            </p:cNvSpPr>
            <p:nvPr/>
          </p:nvSpPr>
          <p:spPr bwMode="auto">
            <a:xfrm>
              <a:off x="3123" y="1905"/>
              <a:ext cx="1231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한양해서" pitchFamily="18" charset="-127"/>
                  <a:ea typeface="한양해서" pitchFamily="18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Lucida Console" pitchFamily="49" charset="0"/>
                  <a:ea typeface="HY엽서L" pitchFamily="18" charset="-127"/>
                </a:rPr>
                <a:t>포인터 </a:t>
              </a:r>
              <a:r>
                <a:rPr lang="en-US" altLang="ko-KR" dirty="0">
                  <a:latin typeface="Lucida Console" pitchFamily="49" charset="0"/>
                  <a:ea typeface="HY엽서L" pitchFamily="18" charset="-127"/>
                </a:rPr>
                <a:t>p</a:t>
              </a:r>
            </a:p>
          </p:txBody>
        </p:sp>
        <p:sp>
          <p:nvSpPr>
            <p:cNvPr id="32797" name="Line 15"/>
            <p:cNvSpPr>
              <a:spLocks noChangeShapeType="1"/>
            </p:cNvSpPr>
            <p:nvPr/>
          </p:nvSpPr>
          <p:spPr bwMode="auto">
            <a:xfrm flipH="1" flipV="1">
              <a:off x="2938" y="1702"/>
              <a:ext cx="243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ko-KR" altLang="en-US"/>
            </a:p>
          </p:txBody>
        </p:sp>
        <p:sp>
          <p:nvSpPr>
            <p:cNvPr id="32798" name="Line 16"/>
            <p:cNvSpPr>
              <a:spLocks noChangeShapeType="1"/>
            </p:cNvSpPr>
            <p:nvPr/>
          </p:nvSpPr>
          <p:spPr bwMode="auto">
            <a:xfrm>
              <a:off x="3181" y="1362"/>
              <a:ext cx="7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32773" name="Text Box 17"/>
          <p:cNvSpPr txBox="1">
            <a:spLocks noChangeArrowheads="1"/>
          </p:cNvSpPr>
          <p:nvPr/>
        </p:nvSpPr>
        <p:spPr bwMode="auto">
          <a:xfrm>
            <a:off x="1012179" y="2560755"/>
            <a:ext cx="3554877" cy="830997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ko-KR" sz="1600">
                <a:solidFill>
                  <a:srgbClr val="0000FF"/>
                </a:solidFill>
                <a:latin typeface="¹ÙÅÁ" charset="0"/>
                <a:ea typeface="굴림체" pitchFamily="49" charset="-127"/>
              </a:rPr>
              <a:t>char</a:t>
            </a:r>
            <a:r>
              <a:rPr lang="en-US" altLang="ko-KR" sz="1600">
                <a:latin typeface="¹ÙÅÁ" charset="0"/>
                <a:ea typeface="굴림체" pitchFamily="49" charset="-127"/>
              </a:rPr>
              <a:t> a='A';</a:t>
            </a:r>
            <a:endParaRPr lang="en-US" altLang="ko-KR" sz="1600">
              <a:latin typeface="굴림체" pitchFamily="49" charset="-127"/>
              <a:ea typeface="굴림체" pitchFamily="49" charset="-127"/>
            </a:endParaRPr>
          </a:p>
          <a:p>
            <a:pPr algn="just" eaLnBrk="1" hangingPunct="1"/>
            <a:r>
              <a:rPr lang="en-US" altLang="ko-KR" sz="1600">
                <a:solidFill>
                  <a:srgbClr val="0000FF"/>
                </a:solidFill>
                <a:latin typeface="¹ÙÅÁ" charset="0"/>
                <a:ea typeface="굴림체" pitchFamily="49" charset="-127"/>
              </a:rPr>
              <a:t>char</a:t>
            </a:r>
            <a:r>
              <a:rPr lang="en-US" altLang="ko-KR" sz="1600">
                <a:latin typeface="¹ÙÅÁ" charset="0"/>
                <a:ea typeface="굴림체" pitchFamily="49" charset="-127"/>
              </a:rPr>
              <a:t> *p;</a:t>
            </a:r>
            <a:endParaRPr lang="en-US" altLang="ko-KR" sz="1600">
              <a:latin typeface="굴림체" pitchFamily="49" charset="-127"/>
              <a:ea typeface="굴림체" pitchFamily="49" charset="-127"/>
            </a:endParaRPr>
          </a:p>
          <a:p>
            <a:pPr algn="just" eaLnBrk="1" hangingPunct="1"/>
            <a:r>
              <a:rPr lang="en-US" altLang="ko-KR" sz="1600">
                <a:latin typeface="¹ÙÅÁ" charset="0"/>
                <a:ea typeface="굴림체" pitchFamily="49" charset="-127"/>
              </a:rPr>
              <a:t>p = &amp;a;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포인터</a:t>
            </a:r>
            <a:r>
              <a:rPr lang="en-US" altLang="ko-KR" smtClean="0"/>
              <a:t>(pointer)</a:t>
            </a:r>
          </a:p>
        </p:txBody>
      </p:sp>
      <p:sp>
        <p:nvSpPr>
          <p:cNvPr id="32775" name="Text Box 19"/>
          <p:cNvSpPr txBox="1">
            <a:spLocks noChangeArrowheads="1"/>
          </p:cNvSpPr>
          <p:nvPr/>
        </p:nvSpPr>
        <p:spPr bwMode="auto">
          <a:xfrm>
            <a:off x="1016605" y="2663915"/>
            <a:ext cx="2744788" cy="33855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ko-KR" sz="1600">
                <a:latin typeface="¹ÙÅÁ" charset="0"/>
                <a:ea typeface="굴림체" pitchFamily="49" charset="-127"/>
              </a:rPr>
              <a:t>*p= 'B';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>
          <a:xfrm>
            <a:off x="612648" y="1710357"/>
            <a:ext cx="8153400" cy="4495800"/>
          </a:xfrm>
        </p:spPr>
        <p:txBody>
          <a:bodyPr/>
          <a:lstStyle/>
          <a:p>
            <a:r>
              <a:rPr lang="ko-KR" altLang="en-US" dirty="0" smtClean="0"/>
              <a:t>포인터가 가리키는 내용의 변경</a:t>
            </a:r>
            <a:r>
              <a:rPr lang="en-US" altLang="ko-KR" dirty="0" smtClean="0"/>
              <a:t>: * </a:t>
            </a:r>
            <a:r>
              <a:rPr lang="ko-KR" altLang="en-US" dirty="0" smtClean="0"/>
              <a:t>연산자 사용</a:t>
            </a:r>
            <a:endParaRPr lang="ko-KR" altLang="en-US" dirty="0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895" y="3203975"/>
            <a:ext cx="3669280" cy="22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포인터와 관련된 연산자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17663"/>
            <a:ext cx="7922840" cy="122627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000" dirty="0" smtClean="0">
                <a:latin typeface="Lucida Console" pitchFamily="49" charset="0"/>
              </a:rPr>
              <a:t>&amp; </a:t>
            </a:r>
            <a:r>
              <a:rPr lang="ko-KR" altLang="en-US" sz="2000" dirty="0" smtClean="0">
                <a:latin typeface="Lucida Console" pitchFamily="49" charset="0"/>
              </a:rPr>
              <a:t>연산자</a:t>
            </a:r>
            <a:r>
              <a:rPr lang="en-US" altLang="ko-KR" sz="2000" dirty="0" smtClean="0">
                <a:latin typeface="Lucida Console" pitchFamily="49" charset="0"/>
              </a:rPr>
              <a:t>: </a:t>
            </a:r>
            <a:r>
              <a:rPr lang="ko-KR" altLang="en-US" sz="2000" dirty="0" smtClean="0">
                <a:latin typeface="Lucida Console" pitchFamily="49" charset="0"/>
              </a:rPr>
              <a:t>변수의 주소를 추출</a:t>
            </a:r>
          </a:p>
          <a:p>
            <a:pPr eaLnBrk="1" hangingPunct="1"/>
            <a:r>
              <a:rPr lang="ko-KR" altLang="en-US" sz="2000" dirty="0" smtClean="0">
                <a:latin typeface="Lucida Console" pitchFamily="49" charset="0"/>
              </a:rPr>
              <a:t>* 연산자</a:t>
            </a:r>
            <a:r>
              <a:rPr lang="en-US" altLang="ko-KR" sz="2000" dirty="0" smtClean="0">
                <a:latin typeface="Lucida Console" pitchFamily="49" charset="0"/>
              </a:rPr>
              <a:t>: </a:t>
            </a:r>
            <a:r>
              <a:rPr lang="ko-KR" altLang="en-US" sz="2000" dirty="0" smtClean="0">
                <a:latin typeface="Lucida Console" pitchFamily="49" charset="0"/>
              </a:rPr>
              <a:t>포인터가 가리키는 곳의 내용을 추출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2618910"/>
            <a:ext cx="4524375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디양한 포인터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7923213" cy="43338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ko-KR" altLang="en-US" smtClean="0"/>
              <a:t>포인터의 종류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908717" y="2303875"/>
            <a:ext cx="7561262" cy="112646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*p; 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p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는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형 변수를 가리키는 포인터</a:t>
            </a: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float *pf; // pf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는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double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형 변수를 가리키는 포인터</a:t>
            </a:r>
          </a:p>
          <a:p>
            <a:pPr marL="19050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char *pc; // pc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는 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char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형 변수를 가리키는 포인터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함수의 매개변수로 포인터 사용하기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7923213" cy="7493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ko-KR" altLang="en-US" dirty="0" err="1" smtClean="0"/>
              <a:t>함수안에서</a:t>
            </a:r>
            <a:r>
              <a:rPr lang="ko-KR" altLang="en-US" dirty="0" smtClean="0"/>
              <a:t> 매개변수로 전달된 포인터를 이용하여 외부 변수의 값 변경 가능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701570" y="2438890"/>
            <a:ext cx="7605713" cy="403187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swap(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tmp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tmp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px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*</a:t>
            </a:r>
            <a:r>
              <a:rPr lang="en-US" altLang="ko-KR" sz="1600" kern="0" dirty="0" err="1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tmp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a = 1, b = 2;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"swap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을 호출하기 전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: a=%d, b=%d\n"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a, b);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swap(&amp;a, &amp;b);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"swap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을 호출한 다음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: a=%d, b=%d\n"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a, b);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배열과 포인터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7923213" cy="523875"/>
          </a:xfrm>
        </p:spPr>
        <p:txBody>
          <a:bodyPr/>
          <a:lstStyle/>
          <a:p>
            <a:pPr eaLnBrk="1" hangingPunct="1"/>
            <a:r>
              <a:rPr lang="ko-KR" altLang="en-US" smtClean="0"/>
              <a:t>배열의 이름</a:t>
            </a:r>
            <a:r>
              <a:rPr lang="en-US" altLang="ko-KR" smtClean="0"/>
              <a:t>: </a:t>
            </a:r>
            <a:r>
              <a:rPr lang="ko-KR" altLang="en-US" smtClean="0"/>
              <a:t>사실상의 포인터와 같은 역할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65" y="2618910"/>
            <a:ext cx="4781550" cy="2905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예제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746575" y="723900"/>
            <a:ext cx="7605713" cy="600164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#define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6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get_integers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list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[])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"6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개의 정수를 </a:t>
            </a:r>
            <a:r>
              <a:rPr lang="ko-KR" altLang="en-US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입력하시오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: 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&lt;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++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scanf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"%d"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&amp;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list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cal_sum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list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[])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sum =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= 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&lt;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; ++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 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sum += *(</a:t>
            </a: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휴먼명조"/>
              </a:rPr>
              <a:t>list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+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sum;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{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list[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휴먼명조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];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get_integers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(list);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합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= %d 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,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cal_sum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(list));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휴먼명조"/>
              </a:rPr>
              <a:t>return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7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동적 메모리 할당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599" y="1719263"/>
            <a:ext cx="8057855" cy="161972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ko-KR" altLang="en-US" sz="2000" b="1" dirty="0" smtClean="0">
                <a:solidFill>
                  <a:srgbClr val="FF3300"/>
                </a:solidFill>
              </a:rPr>
              <a:t>동적 메모리 할당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프로그램의 실행 도중에 메모리를 할당 받는 것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필요한 만큼만 할당을 받고 또 필요한 때에 사용하고 반납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메모리를 매우 효율적으로 사용가능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351666"/>
            <a:ext cx="5130570" cy="2230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동적 메모리 할당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7923213" cy="479425"/>
          </a:xfrm>
        </p:spPr>
        <p:txBody>
          <a:bodyPr/>
          <a:lstStyle/>
          <a:p>
            <a:pPr eaLnBrk="1" hangingPunct="1"/>
            <a:r>
              <a:rPr lang="ko-KR" altLang="en-US" smtClean="0"/>
              <a:t>전형적인 동적 메모리 할당 코드 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790574" y="2460625"/>
            <a:ext cx="7561263" cy="233910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main()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{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</a:t>
            </a:r>
            <a:r>
              <a:rPr lang="en-US" altLang="en-US" sz="160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 </a:t>
            </a:r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*pi;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pi = (</a:t>
            </a:r>
            <a:r>
              <a:rPr lang="en-US" altLang="en-US" sz="160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 </a:t>
            </a:r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*)malloc(</a:t>
            </a:r>
            <a:r>
              <a:rPr lang="en-US" altLang="en-US" sz="160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sizeof</a:t>
            </a:r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en-US" sz="160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)); 	</a:t>
            </a:r>
            <a:r>
              <a:rPr lang="en-US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동적 메모리 할당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...	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</a:t>
            </a:r>
            <a:r>
              <a:rPr lang="en-US" altLang="ko-KR" sz="1600">
                <a:latin typeface="Trebuchet MS" panose="020B0603020202020204" pitchFamily="34" charset="0"/>
                <a:ea typeface="굴림" panose="020B0600000101010101" pitchFamily="50" charset="-127"/>
              </a:rPr>
              <a:t>…			</a:t>
            </a:r>
            <a:r>
              <a:rPr lang="en-US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동적 </a:t>
            </a:r>
            <a:r>
              <a:rPr lang="ko-KR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메모리 </a:t>
            </a:r>
            <a:r>
              <a:rPr lang="en-US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사용</a:t>
            </a:r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... </a:t>
            </a: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    free(pi); </a:t>
            </a:r>
            <a:r>
              <a:rPr lang="en-US" altLang="ko-KR" sz="1600"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동적 메모리</a:t>
            </a:r>
            <a:r>
              <a:rPr lang="ko-KR" altLang="en-US" sz="1600">
                <a:solidFill>
                  <a:srgbClr val="FF33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반납</a:t>
            </a:r>
            <a:endParaRPr lang="en-US" altLang="en-US" sz="1600">
              <a:solidFill>
                <a:srgbClr val="FF33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algn="just" eaLnBrk="1" hangingPunct="1"/>
            <a:r>
              <a:rPr lang="en-US" altLang="en-US" sz="1600"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  <a:endParaRPr lang="en-US" altLang="ko-KR" sz="160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동적 메모리 할당 예제</a:t>
            </a: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612648" y="818710"/>
            <a:ext cx="7561262" cy="526297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MALLOC.C: </a:t>
            </a:r>
            <a:r>
              <a:rPr lang="en-US" altLang="ko-KR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malloc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을 이용하여 정수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10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를 저장할 수 있는 동적 메모리를 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할당하고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free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를 이용하여 메모리를 반납한다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 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stdlib.h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malloc.h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#define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10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*p;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p =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*)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malloc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sizeof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(p ==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NULL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 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stderr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메모리가 부족해서 할당할 수 없습니다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exit(1);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}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p[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 =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= 0;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++)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"%d 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p[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]);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free(p);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return 0;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실행결과</a:t>
            </a:r>
            <a:endParaRPr lang="ko-KR" altLang="en-US" dirty="0"/>
          </a:p>
        </p:txBody>
      </p:sp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612648" y="1718810"/>
            <a:ext cx="7974468" cy="477759"/>
          </a:xfrm>
          <a:prstGeom prst="rect">
            <a:avLst/>
          </a:prstGeom>
          <a:solidFill>
            <a:srgbClr val="92D050"/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0 1 2 3 4 5 6 7 8 9</a:t>
            </a:r>
            <a:endParaRPr lang="en-US" altLang="ko-KR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056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구조체와 포인터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(*</a:t>
            </a:r>
            <a:r>
              <a:rPr lang="en-US" altLang="ko-KR" dirty="0" err="1"/>
              <a:t>ps</a:t>
            </a:r>
            <a:r>
              <a:rPr lang="en-US" altLang="ko-KR" dirty="0"/>
              <a:t>).</a:t>
            </a:r>
            <a:r>
              <a:rPr lang="en-US" altLang="ko-KR" dirty="0" err="1"/>
              <a:t>i</a:t>
            </a:r>
            <a:r>
              <a:rPr lang="ko-KR" altLang="en-US" dirty="0"/>
              <a:t>보다 </a:t>
            </a:r>
            <a:r>
              <a:rPr lang="en-US" altLang="ko-KR" dirty="0" err="1"/>
              <a:t>ps</a:t>
            </a:r>
            <a:r>
              <a:rPr lang="en-US" altLang="ko-KR" dirty="0"/>
              <a:t>-&gt;</a:t>
            </a:r>
            <a:r>
              <a:rPr lang="en-US" altLang="ko-KR" dirty="0" err="1"/>
              <a:t>i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7221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예제</a:t>
            </a: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626503" y="1718810"/>
            <a:ext cx="7561262" cy="4524315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stdio.h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stdlib.h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80808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#include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&lt;</a:t>
            </a:r>
            <a:r>
              <a:rPr lang="en-US" altLang="ko-KR" sz="1600" kern="0" dirty="0" err="1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string.h</a:t>
            </a:r>
            <a:r>
              <a:rPr lang="en-US" altLang="ko-KR" sz="1600" kern="0" dirty="0" smtClean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&gt;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typedef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struct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studentTag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char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name[10];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문자배열로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된 이름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age;	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나이를 나타내는 </a:t>
            </a:r>
            <a:r>
              <a:rPr lang="ko-KR" altLang="en-US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정수값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double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gpa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	 </a:t>
            </a:r>
            <a:r>
              <a:rPr lang="en-US" altLang="ko-KR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// </a:t>
            </a:r>
            <a:r>
              <a:rPr lang="ko-KR" altLang="en-US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평균평점을</a:t>
            </a:r>
            <a:r>
              <a:rPr lang="ko-KR" altLang="en-US" sz="1600" kern="0" dirty="0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나타내는 </a:t>
            </a:r>
            <a:r>
              <a:rPr lang="ko-KR" altLang="en-US" sz="1600" kern="0" dirty="0" err="1">
                <a:solidFill>
                  <a:srgbClr val="008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실수값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} 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sz="1600" kern="0" dirty="0" smtClean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  <a:ea typeface="굴림" panose="020B0600000101010101" pitchFamily="50" charset="-127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main(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void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*p;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p = (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*)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malloc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sizeof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>
                <a:solidFill>
                  <a:srgbClr val="2B91A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student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 (p == </a:t>
            </a:r>
            <a:r>
              <a:rPr lang="en-US" altLang="ko-KR" sz="1600" kern="0" dirty="0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NULL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 {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fprintf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(</a:t>
            </a:r>
            <a:r>
              <a:rPr lang="en-US" altLang="ko-KR" sz="1600" kern="0" dirty="0" err="1">
                <a:solidFill>
                  <a:srgbClr val="6F008A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stderr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,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"</a:t>
            </a:r>
            <a:r>
              <a:rPr lang="ko-KR" altLang="en-US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메모리가 부족해서 할당할 수 없습니다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.\n"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	exit(1);</a:t>
            </a: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" panose="020B0600000101010101" pitchFamily="50" charset="-127"/>
              </a:rPr>
              <a:t>	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330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예제</a:t>
            </a: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626503" y="1718810"/>
            <a:ext cx="7561262" cy="1569660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marL="190500" algn="just">
              <a:spcBef>
                <a:spcPts val="0"/>
              </a:spcBef>
              <a:spcAft>
                <a:spcPts val="0"/>
              </a:spcAft>
            </a:pP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 err="1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strcpy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(p-&gt;name, </a:t>
            </a:r>
            <a:r>
              <a:rPr lang="en-US" altLang="ko-KR" sz="1600" kern="0" dirty="0">
                <a:solidFill>
                  <a:srgbClr val="A31515"/>
                </a:solidFill>
                <a:latin typeface="Trebuchet MS" panose="020B0603020202020204" pitchFamily="34" charset="0"/>
                <a:ea typeface="휴먼명조"/>
              </a:rPr>
              <a:t>"Park"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p-&gt;age = 20;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free(s);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return 0;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90500"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휴먼명조"/>
              </a:rPr>
              <a:t>}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98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New_Natural01">
  <a:themeElements>
    <a:clrScheme name="Natural01">
      <a:dk1>
        <a:sysClr val="windowText" lastClr="000000"/>
      </a:dk1>
      <a:lt1>
        <a:sysClr val="window" lastClr="FFFFFF"/>
      </a:lt1>
      <a:dk2>
        <a:srgbClr val="1F6299"/>
      </a:dk2>
      <a:lt2>
        <a:srgbClr val="DFF0F7"/>
      </a:lt2>
      <a:accent1>
        <a:srgbClr val="40C6D8"/>
      </a:accent1>
      <a:accent2>
        <a:srgbClr val="5581FD"/>
      </a:accent2>
      <a:accent3>
        <a:srgbClr val="33BDFB"/>
      </a:accent3>
      <a:accent4>
        <a:srgbClr val="4CD416"/>
      </a:accent4>
      <a:accent5>
        <a:srgbClr val="FE8C2E"/>
      </a:accent5>
      <a:accent6>
        <a:srgbClr val="C489FF"/>
      </a:accent6>
      <a:hlink>
        <a:srgbClr val="D98609"/>
      </a:hlink>
      <a:folHlink>
        <a:srgbClr val="85DFD0"/>
      </a:folHlink>
    </a:clrScheme>
    <a:fontScheme name="Natural01">
      <a:majorFont>
        <a:latin typeface="Tahoma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ahoma"/>
        <a:ea typeface=""/>
        <a:cs typeface=""/>
        <a:font script="Jpan" typeface="HGｺﾞｼｯｸE"/>
        <a:font script="Hang" typeface="맑은 고딕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atural01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31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0000"/>
                <a:satMod val="2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70000"/>
                <a:satMod val="150000"/>
              </a:schemeClr>
            </a:gs>
          </a:gsLst>
          <a:path path="circle">
            <a:fillToRect t="30000" r="100000" b="70000"/>
          </a:path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4000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alpha val="38000"/>
                <a:satMod val="150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3000000"/>
            </a:lightRig>
          </a:scene3d>
          <a:sp3d contourW="6350" prstMaterial="flat">
            <a:bevelT h="889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satMod val="200000"/>
              </a:schemeClr>
            </a:gs>
            <a:gs pos="100000">
              <a:schemeClr val="phClr">
                <a:tint val="100000"/>
                <a:shade val="89000"/>
                <a:satMod val="150000"/>
                <a:lumMod val="90000"/>
              </a:schemeClr>
            </a:gs>
          </a:gsLst>
          <a:path path="circle">
            <a:fillToRect l="40000" t="30000" r="40000" b="30000"/>
          </a:path>
        </a:gradFill>
        <a:gradFill rotWithShape="1">
          <a:gsLst>
            <a:gs pos="0">
              <a:schemeClr val="phClr">
                <a:tint val="100000"/>
                <a:shade val="90000"/>
                <a:satMod val="200000"/>
                <a:lumMod val="90000"/>
              </a:schemeClr>
            </a:gs>
            <a:gs pos="43000">
              <a:schemeClr val="phClr">
                <a:tint val="85000"/>
                <a:shade val="100000"/>
                <a:satMod val="300000"/>
                <a:lumMod val="100000"/>
              </a:schemeClr>
            </a:gs>
            <a:gs pos="100000">
              <a:schemeClr val="phClr">
                <a:tint val="85000"/>
                <a:shade val="100000"/>
                <a:satMod val="300000"/>
                <a:lumMod val="10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제03장 선택과반복(강의)</Template>
  <TotalTime>14630</TotalTime>
  <Words>1284</Words>
  <Application>Microsoft Office PowerPoint</Application>
  <PresentationFormat>화면 슬라이드 쇼(4:3)</PresentationFormat>
  <Paragraphs>694</Paragraphs>
  <Slides>50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71" baseType="lpstr">
      <vt:lpstr>¹ÙÅÁ</vt:lpstr>
      <vt:lpstr>HY얕은샘물M</vt:lpstr>
      <vt:lpstr>HY엽서L</vt:lpstr>
      <vt:lpstr>MD개성체</vt:lpstr>
      <vt:lpstr>굴림</vt:lpstr>
      <vt:lpstr>굴림체</vt:lpstr>
      <vt:lpstr>맑은 고딕</vt:lpstr>
      <vt:lpstr>새굴림</vt:lpstr>
      <vt:lpstr>한양해서</vt:lpstr>
      <vt:lpstr>휴먼명조</vt:lpstr>
      <vt:lpstr>Arial</vt:lpstr>
      <vt:lpstr>Lucida Console</vt:lpstr>
      <vt:lpstr>Symbol</vt:lpstr>
      <vt:lpstr>Tahoma</vt:lpstr>
      <vt:lpstr>Trebuchet MS</vt:lpstr>
      <vt:lpstr>Tw Cen MT</vt:lpstr>
      <vt:lpstr>Wingdings</vt:lpstr>
      <vt:lpstr>Wingdings 2</vt:lpstr>
      <vt:lpstr>New_Natural01</vt:lpstr>
      <vt:lpstr>가을</vt:lpstr>
      <vt:lpstr>Equation</vt:lpstr>
      <vt:lpstr>3장 배열, 구조체, 포인터</vt:lpstr>
      <vt:lpstr>배열이란?</vt:lpstr>
      <vt:lpstr>배열 ADT</vt:lpstr>
      <vt:lpstr>1차원 배열</vt:lpstr>
      <vt:lpstr>2차원 배열</vt:lpstr>
      <vt:lpstr>구조체</vt:lpstr>
      <vt:lpstr>구조체의 사용예</vt:lpstr>
      <vt:lpstr>typedef </vt:lpstr>
      <vt:lpstr>예제 </vt:lpstr>
      <vt:lpstr>배열의 응용: 다항식</vt:lpstr>
      <vt:lpstr>배열의 응용: 다항식</vt:lpstr>
      <vt:lpstr>다항식 표현 방법 #1</vt:lpstr>
      <vt:lpstr>다항식 표현 방법 #1(계속)</vt:lpstr>
      <vt:lpstr>다항식 표현 방법 #1(계속)</vt:lpstr>
      <vt:lpstr>다항식 표현 방법 #1(계속)</vt:lpstr>
      <vt:lpstr>다항식 표현 방법 #1(계속)</vt:lpstr>
      <vt:lpstr>실행결과</vt:lpstr>
      <vt:lpstr>다항식 표현 방법 #2</vt:lpstr>
      <vt:lpstr>예제</vt:lpstr>
      <vt:lpstr>다항식 표현 방법 #2(계속)</vt:lpstr>
      <vt:lpstr>다항식 표현 방법 #2(계속)</vt:lpstr>
      <vt:lpstr>다항식 표현 방법 #2(계속)</vt:lpstr>
      <vt:lpstr>다항식 표현 방법 #2(계속)</vt:lpstr>
      <vt:lpstr>다항식 표현 방법 #2(계속)</vt:lpstr>
      <vt:lpstr>희소행렬</vt:lpstr>
      <vt:lpstr>희소행렬 표현방법 #1</vt:lpstr>
      <vt:lpstr>Lab: 행렬 덧셈</vt:lpstr>
      <vt:lpstr>Sol: 행렬 덧셈</vt:lpstr>
      <vt:lpstr>행렬 전치 #1</vt:lpstr>
      <vt:lpstr>행렬 전치 #1</vt:lpstr>
      <vt:lpstr>행렬 전치 #1</vt:lpstr>
      <vt:lpstr>희소행렬 표현방법 #2</vt:lpstr>
      <vt:lpstr>희소 행렬 #1</vt:lpstr>
      <vt:lpstr>희소 행렬 #1</vt:lpstr>
      <vt:lpstr>희소 행렬 #1</vt:lpstr>
      <vt:lpstr>실행결과</vt:lpstr>
      <vt:lpstr>포인터(pointer)</vt:lpstr>
      <vt:lpstr>포인터(pointer)</vt:lpstr>
      <vt:lpstr>포인터와 관련된 연산자</vt:lpstr>
      <vt:lpstr>디양한 포인터</vt:lpstr>
      <vt:lpstr>함수의 매개변수로 포인터 사용하기</vt:lpstr>
      <vt:lpstr>배열과 포인터</vt:lpstr>
      <vt:lpstr>예제</vt:lpstr>
      <vt:lpstr>동적 메모리 할당</vt:lpstr>
      <vt:lpstr>동적 메모리 할당</vt:lpstr>
      <vt:lpstr>동적 메모리 할당 예제</vt:lpstr>
      <vt:lpstr>실행결과</vt:lpstr>
      <vt:lpstr>구조체와 포인터</vt:lpstr>
      <vt:lpstr>예제</vt:lpstr>
      <vt:lpstr>예제</vt:lpstr>
    </vt:vector>
  </TitlesOfParts>
  <Company>순천향대학교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천인국</dc:creator>
  <cp:lastModifiedBy>admin</cp:lastModifiedBy>
  <cp:revision>207</cp:revision>
  <dcterms:created xsi:type="dcterms:W3CDTF">2004-02-19T02:52:38Z</dcterms:created>
  <dcterms:modified xsi:type="dcterms:W3CDTF">2026-03-26T04:19:16Z</dcterms:modified>
</cp:coreProperties>
</file>